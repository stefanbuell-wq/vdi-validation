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embeddedFontLst>
    <p:embeddedFont>
      <p:font typeface="AOK Buenos Aires" pitchFamily="2" charset="0"/>
      <p:regular r:id="rId8"/>
      <p:bold r:id="rId9"/>
      <p:italic r:id="rId10"/>
      <p:boldItalic r:id="rId11"/>
    </p:embeddedFont>
    <p:embeddedFont>
      <p:font typeface="AOK Buenos Aires SemiBold" pitchFamily="2" charset="0"/>
      <p:bold r:id="rId12"/>
      <p:boldItalic r:id="rId13"/>
    </p:embeddedFont>
  </p:embeddedFontLst>
  <p:defaultTextStyle>
    <a:defPPr>
      <a:defRPr lang="de-DE"/>
    </a:defPPr>
    <a:lvl1pPr marL="0" indent="0" algn="l" defTabSz="914400" rtl="0" eaLnBrk="1" latinLnBrk="0" hangingPunct="1">
      <a:lnSpc>
        <a:spcPct val="110000"/>
      </a:lnSpc>
      <a:spcBef>
        <a:spcPts val="200"/>
      </a:spcBef>
      <a:buFontTx/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ClrTx/>
      <a:buFont typeface="AOK Buenos Aires" pitchFamily="50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ClrTx/>
      <a:buFont typeface="AOK Buenos Aires" pitchFamily="50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50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50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5E3F"/>
    <a:srgbClr val="07983E"/>
    <a:srgbClr val="17AB41"/>
    <a:srgbClr val="60D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5" autoAdjust="0"/>
    <p:restoredTop sz="94660"/>
  </p:normalViewPr>
  <p:slideViewPr>
    <p:cSldViewPr snapToGrid="0" showGuides="1">
      <p:cViewPr varScale="1">
        <p:scale>
          <a:sx n="137" d="100"/>
          <a:sy n="137" d="100"/>
        </p:scale>
        <p:origin x="15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168"/>
    </p:cViewPr>
  </p:sorterViewPr>
  <p:notesViewPr>
    <p:cSldViewPr snapToGrid="0" showGuides="1">
      <p:cViewPr varScale="1">
        <p:scale>
          <a:sx n="84" d="100"/>
          <a:sy n="84" d="100"/>
        </p:scale>
        <p:origin x="330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4D45621-570F-4B01-BD50-E79AAC2B84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9433FF-4377-4C47-918B-9E6287F125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8D6E-6120-4A44-A25C-8C5BB507A9D3}" type="datetimeFigureOut">
              <a:rPr lang="de-DE" smtClean="0"/>
              <a:t>06.08.2025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FD5EFD-C73F-4D9A-BDD9-0FB3E0E190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C065E1-2854-4644-8BE6-64B85ADB97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0922B-AC95-407B-9A06-1A1351A81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322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C25A4-331B-4CD4-95C4-89EEB4BFD759}" type="datetimeFigureOut">
              <a:rPr lang="de-DE" smtClean="0"/>
              <a:t>06.08.2025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88927-22E3-4DE7-94E5-F2F2BC8A84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8350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dunk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87090275-15F6-4A50-A0B3-D8838A69A87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4115" y="-4266"/>
            <a:ext cx="12196115" cy="6862266"/>
          </a:xfrm>
          <a:noFill/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1845AB65-8AFF-4E7F-9C0D-35DCCABE40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531813" y="6035041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21" name="Textplatzhalter 9">
            <a:extLst>
              <a:ext uri="{FF2B5EF4-FFF2-40B4-BE49-F238E27FC236}">
                <a16:creationId xmlns:a16="http://schemas.microsoft.com/office/drawing/2014/main" id="{CA7CEA14-15FA-432A-92AD-462DD6B53B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876309" y="6036450"/>
            <a:ext cx="3747366" cy="518091"/>
          </a:xfrm>
          <a:noFill/>
        </p:spPr>
        <p:txBody>
          <a:bodyPr anchor="b" anchorCtr="0">
            <a:noAutofit/>
          </a:bodyPr>
          <a:lstStyle>
            <a:lvl1pPr algn="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440F751-F1B1-4184-AC41-4E5522B1A3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31813" y="1603429"/>
            <a:ext cx="11091861" cy="2111066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24" name="Untertitel 2">
            <a:extLst>
              <a:ext uri="{FF2B5EF4-FFF2-40B4-BE49-F238E27FC236}">
                <a16:creationId xmlns:a16="http://schemas.microsoft.com/office/drawing/2014/main" id="{08777931-BF26-4942-B1F5-57DA3641EC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813" y="3704400"/>
            <a:ext cx="11091861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45396BF-EB95-4D09-ABF2-4AFD807028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77970" y="366293"/>
            <a:ext cx="1845705" cy="5707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F6632B2-A494-4AB8-9BCC-FFAE08706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31813" y="5246997"/>
            <a:ext cx="1710000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3944092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hel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8C97E1AC-4A6C-496A-AA95-558B83F4A6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EFDE1AE-A037-4805-9646-7E9F3D626A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6800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E0FD002-BC2D-4EC6-9899-BCD3740930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7372" y="6036450"/>
            <a:ext cx="454167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CD3F88-891E-4A06-9706-3CFD4BDCD3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7600" y="367200"/>
            <a:ext cx="1846800" cy="55115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C6605B27-C8AF-4CCF-ADB6-D51FE59770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31813" y="1603429"/>
            <a:ext cx="11091861" cy="2111066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20727200-880F-4250-94BC-894A848C5E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813" y="3704400"/>
            <a:ext cx="11091861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43B869A-41B0-453D-B552-273CF3201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31813" y="5245491"/>
            <a:ext cx="1710000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1734860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, grün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1BB3203-C363-4148-836A-4D530799BE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694F3AB-2137-4E04-8FC4-2C34D388DC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876800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/>
              <a:t>Datum</a:t>
            </a:r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78C8315-ABD7-4D7D-A207-4E35DDE9DA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531057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28E5BB5A-921E-4778-B6BD-995E235A05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057" y="2977200"/>
            <a:ext cx="11085578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B82AF6B0-E404-465A-874D-CB534032D2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31057" y="4521891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F67960-46BA-4036-949F-C50B20A1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057" y="1495101"/>
            <a:ext cx="11083193" cy="1495794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D4363FB-C412-413B-9FAB-80696506F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00" y="367200"/>
            <a:ext cx="1846803" cy="57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38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A4F22C9-1654-4790-B53A-D4CC942D98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14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A479DC7-18B8-4039-89CD-AEA013905A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6800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9975A18-BEA9-4D18-BA6A-009614974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00" y="367200"/>
            <a:ext cx="1847708" cy="572400"/>
          </a:xfrm>
          <a:prstGeom prst="rect">
            <a:avLst/>
          </a:prstGeom>
        </p:spPr>
      </p:pic>
      <p:sp>
        <p:nvSpPr>
          <p:cNvPr id="11" name="Untertitel 2">
            <a:extLst>
              <a:ext uri="{FF2B5EF4-FFF2-40B4-BE49-F238E27FC236}">
                <a16:creationId xmlns:a16="http://schemas.microsoft.com/office/drawing/2014/main" id="{8E5C30D8-2BCD-47AB-9013-AA50AB6CA6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057" y="2977200"/>
            <a:ext cx="11085578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D52791E-8EC4-4B0B-805F-D6370AE70C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31057" y="4521891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A04ADD58-27DD-45B1-B7C2-84C0908B3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057" y="1495101"/>
            <a:ext cx="11083193" cy="1495794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19884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grün 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C5D2399-B72C-459F-A7BA-310AFD0615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2590" y="0"/>
            <a:ext cx="6009409" cy="6858000"/>
          </a:xfrm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F07EB19-265A-42E0-A495-94727F79BED8}"/>
              </a:ext>
            </a:extLst>
          </p:cNvPr>
          <p:cNvSpPr/>
          <p:nvPr/>
        </p:nvSpPr>
        <p:spPr>
          <a:xfrm>
            <a:off x="0" y="0"/>
            <a:ext cx="61825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CDD8C261-14CD-41F2-8438-8767709F8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876309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C0D7BFB-D231-4519-8F2B-8CC98C548B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534946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EFBEBADF-57C3-4FCA-A056-47D977B531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4946" y="521195"/>
            <a:ext cx="1809288" cy="55945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13D2689-086F-4081-85FF-0294A8379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4946" y="1521278"/>
            <a:ext cx="5112000" cy="15696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FDF15B46-0E4D-4410-B1FA-F68A4F7E5C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4946" y="3078000"/>
            <a:ext cx="5106881" cy="110799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A7641F7D-765B-444D-9B02-EBB4B005AD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946" y="4233735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Version </a:t>
            </a:r>
          </a:p>
        </p:txBody>
      </p:sp>
    </p:spTree>
    <p:extLst>
      <p:ext uri="{BB962C8B-B14F-4D97-AF65-F5344CB8AC3E}">
        <p14:creationId xmlns:p14="http://schemas.microsoft.com/office/powerpoint/2010/main" val="457274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2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weiß 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C5D2399-B72C-459F-A7BA-310AFD0615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2200" y="0"/>
            <a:ext cx="60198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B716A4D0-27B2-44CE-BCBE-2BC27AB46E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6309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33ED22B-5409-4DE9-A940-B5EE90A352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13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7E0875-4B7E-4E1A-B909-136FFFEDB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1813" y="521196"/>
            <a:ext cx="1805934" cy="55945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ADE93C4-AFB8-4501-BB5F-9ADF0ECE98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4946" y="1521278"/>
            <a:ext cx="5112000" cy="15696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C8C72064-69F4-41A2-BE07-D0B4C54B7E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4946" y="3078000"/>
            <a:ext cx="5106881" cy="110799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FE5C9651-C8CB-4CC4-A903-1A98FA8C14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946" y="4233735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Version </a:t>
            </a:r>
          </a:p>
        </p:txBody>
      </p:sp>
    </p:spTree>
    <p:extLst>
      <p:ext uri="{BB962C8B-B14F-4D97-AF65-F5344CB8AC3E}">
        <p14:creationId xmlns:p14="http://schemas.microsoft.com/office/powerpoint/2010/main" val="346996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BB6FA4B-76A1-4E3E-9C1E-8804DA7AF03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96051554-5AD2-425D-ADFE-C1CF3BA6F0E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AFED49C0-07BE-4062-82AD-BADE94294BF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E20627DD-CF1A-45B3-81AB-34B5BEA2E90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7882" y="1786816"/>
            <a:ext cx="11084850" cy="4248000"/>
          </a:xfrm>
        </p:spPr>
        <p:txBody>
          <a:bodyPr numCol="1" spcCol="0"/>
          <a:lstStyle>
            <a:lvl1pPr marL="431989" indent="-431989">
              <a:spcBef>
                <a:spcPts val="12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300"/>
              </a:spcBef>
              <a:buFontTx/>
              <a:buNone/>
              <a:defRPr sz="1800">
                <a:solidFill>
                  <a:schemeClr val="tx1"/>
                </a:solidFill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D6B8693-5F84-4826-BA1C-EB694EE1F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515700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2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  <p15:guide id="3" orient="horz" pos="72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dunk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804AA01-EE90-431B-8719-89B12245BD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B1D75816-A06C-40DE-ADE2-C02E24C9C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85992" y="372208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36F6450-F02E-42DA-A75E-DAF6A54D03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B9F7BF-39C7-4B47-AE9C-FE706CF0C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rgbClr val="50EB5D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964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hel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804AA01-EE90-431B-8719-89B12245BD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5820C90E-2107-4D6E-B0AA-34BA9BE63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A6E9A9-32DD-42BB-A859-692C2CC93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1229B49-CD6C-4FFD-ACB2-D634CAC2B9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384631" y="370681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8775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grün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D1DB053-584E-4FB2-B7EE-CB243EB4391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FACED8F1-CEDB-49EC-9643-01108A5E3B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44442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94F19F-DBAC-410C-952B-29CA1F372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147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rgbClr val="50EB5D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CB4B718F-50D1-488F-B836-0478D8E444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78848" y="372208"/>
            <a:ext cx="1244510" cy="38482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437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8">
            <a:extLst>
              <a:ext uri="{FF2B5EF4-FFF2-40B4-BE49-F238E27FC236}">
                <a16:creationId xmlns:a16="http://schemas.microsoft.com/office/drawing/2014/main" id="{12C76DED-8CDE-4257-8430-7853A465D7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54DA53-6857-4927-9C7E-C7350EFBD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B8CBCBB-3C22-40AF-93E0-0E02BC1A72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384631" y="370681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7133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großes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31C813A-28B1-41D5-9A02-75841D6708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8D2DE6C8-6E8E-401E-BAA5-A15206F652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9476" y="1864800"/>
            <a:ext cx="5042613" cy="69084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84078108-2B01-4ECF-B0D1-5D187D4CF1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384631" y="370681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328135-CC96-4D0F-84A2-560A1267C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475" y="2555645"/>
            <a:ext cx="5042614" cy="3149195"/>
          </a:xfrm>
        </p:spPr>
        <p:txBody>
          <a:bodyPr anchor="t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73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4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0CC662-007D-49AA-B1B3-A4353A321A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1813" y="6488019"/>
            <a:ext cx="680398" cy="154081"/>
          </a:xfrm>
        </p:spPr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DCF29E-20BD-4236-9E8B-E9CA25F0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9420E3-CAFC-4934-AF5A-B29B136A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0C8BD9AA-4F7F-4866-9C5F-3D171AB308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813" y="1781174"/>
            <a:ext cx="10080000" cy="4253865"/>
          </a:xfrm>
        </p:spPr>
        <p:txBody>
          <a:bodyPr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defRPr/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6206876-2874-465A-B06B-FB81D809FF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321C79-7D6E-4AFD-9783-7306A6DEDA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1537637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6684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  <p15:guide id="4" orient="horz" pos="112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vier Untertitel,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70E1B53-3F2D-452D-9A86-A1F79C0755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4194" y="2212068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Inhaltsplatzhalter 11">
            <a:extLst>
              <a:ext uri="{FF2B5EF4-FFF2-40B4-BE49-F238E27FC236}">
                <a16:creationId xmlns:a16="http://schemas.microsoft.com/office/drawing/2014/main" id="{229779A9-DC1E-5445-A3DD-6FF44511FBB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34194" y="1780068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FDB32CE9-56CA-7042-8AD0-6D1E638EFB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4194" y="4592091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6E09E056-EFE2-7F4A-AA44-78803AC166E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4194" y="4160091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535A4A83-695C-3F48-8F36-FE76679C0BF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59264" y="2212068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528CBD0B-4546-4448-B03A-7041BE95FAE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59264" y="1780068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624AA3E7-DD69-1944-B297-C94D2F89C39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59264" y="4592091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2B3F99B9-79CE-7449-8A1E-63A020015C6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59264" y="4160091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AE29161E-9A0C-4F57-AA18-982C0E3D9D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448490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  <p15:guide id="3" orient="horz" pos="111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58999" y="1781175"/>
            <a:ext cx="5364000" cy="4248274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1" name="Bildplatzhalter 17">
            <a:extLst>
              <a:ext uri="{FF2B5EF4-FFF2-40B4-BE49-F238E27FC236}">
                <a16:creationId xmlns:a16="http://schemas.microsoft.com/office/drawing/2014/main" id="{DD44F5B9-9BA4-3A44-99F9-BCF8F52EB4B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32818" y="1781174"/>
            <a:ext cx="5364000" cy="4249493"/>
          </a:xfrm>
          <a:noFill/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7789445-E09E-42A1-8171-3D5FF2DFBF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846201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3942" userDrawn="1">
          <p15:clr>
            <a:srgbClr val="FBAE40"/>
          </p15:clr>
        </p15:guide>
        <p15:guide id="3" pos="3716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orient="horz" pos="418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4051" y="1781175"/>
            <a:ext cx="5364000" cy="424998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1" name="Bildplatzhalter 17">
            <a:extLst>
              <a:ext uri="{FF2B5EF4-FFF2-40B4-BE49-F238E27FC236}">
                <a16:creationId xmlns:a16="http://schemas.microsoft.com/office/drawing/2014/main" id="{DD44F5B9-9BA4-3A44-99F9-BCF8F52EB4B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58035" y="1781174"/>
            <a:ext cx="5364000" cy="4252425"/>
          </a:xfrm>
          <a:noFill/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E9B1A45E-A52E-4489-A51D-DF14AB2731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69372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1122" userDrawn="1">
          <p15:clr>
            <a:srgbClr val="FBAE40"/>
          </p15:clr>
        </p15:guide>
        <p15:guide id="3" pos="3942" userDrawn="1">
          <p15:clr>
            <a:srgbClr val="FBAE40"/>
          </p15:clr>
        </p15:guide>
        <p15:guide id="4" pos="3716" userDrawn="1">
          <p15:clr>
            <a:srgbClr val="FBAE40"/>
          </p15:clr>
        </p15:guide>
        <p15:guide id="5" orient="horz" pos="418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70E1B53-3F2D-452D-9A86-A1F79C0755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4133" y="1782000"/>
            <a:ext cx="5364000" cy="425285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58076" y="1782000"/>
            <a:ext cx="5364000" cy="4254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E7FD7125-0A02-41A3-802C-4C604E5AC0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376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508709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1" userDrawn="1">
          <p15:clr>
            <a:srgbClr val="FBAE40"/>
          </p15:clr>
        </p15:guide>
        <p15:guide id="2" pos="3941" userDrawn="1">
          <p15:clr>
            <a:srgbClr val="FBAE40"/>
          </p15:clr>
        </p15:guide>
        <p15:guide id="3" pos="3716" userDrawn="1">
          <p15:clr>
            <a:srgbClr val="FBAE40"/>
          </p15:clr>
        </p15:guide>
        <p15:guide id="4" orient="horz" pos="4186" userDrawn="1">
          <p15:clr>
            <a:srgbClr val="FBAE40"/>
          </p15:clr>
        </p15:guide>
        <p15:guide id="5" orient="horz" pos="72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DE711A-E492-44A3-B876-C5D79CE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EFBB51-6294-4969-863C-CCC72A72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9DB5D9-E6AA-4167-B0BB-01756BBD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A935A2A9-CF1D-4FAD-8AE9-B477204726A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4193" y="1782000"/>
            <a:ext cx="3456000" cy="425290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Inhaltsplatzhalter 13">
            <a:extLst>
              <a:ext uri="{FF2B5EF4-FFF2-40B4-BE49-F238E27FC236}">
                <a16:creationId xmlns:a16="http://schemas.microsoft.com/office/drawing/2014/main" id="{82D6E46D-AF11-4261-B8B5-3CFAB01684A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49975" y="1782000"/>
            <a:ext cx="3456000" cy="42517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Inhaltsplatzhalter 13">
            <a:extLst>
              <a:ext uri="{FF2B5EF4-FFF2-40B4-BE49-F238E27FC236}">
                <a16:creationId xmlns:a16="http://schemas.microsoft.com/office/drawing/2014/main" id="{FB6C8960-A71A-4DEE-B920-42BBAE59C2F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65758" y="1782000"/>
            <a:ext cx="3456000" cy="4248124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86FD8C-D98F-44E7-B78B-E7BBE5787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FAA0B77-ED09-4A38-A48D-01844CCA4E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2202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orient="horz" pos="1121" userDrawn="1">
          <p15:clr>
            <a:srgbClr val="FBAE40"/>
          </p15:clr>
        </p15:guide>
        <p15:guide id="3" pos="5142" userDrawn="1">
          <p15:clr>
            <a:srgbClr val="FBAE40"/>
          </p15:clr>
        </p15:guide>
        <p15:guide id="4" pos="4919" userDrawn="1">
          <p15:clr>
            <a:srgbClr val="FBAE40"/>
          </p15:clr>
        </p15:guide>
        <p15:guide id="5" pos="2739" userDrawn="1">
          <p15:clr>
            <a:srgbClr val="FBAE40"/>
          </p15:clr>
        </p15:guide>
        <p15:guide id="6" pos="2512" userDrawn="1">
          <p15:clr>
            <a:srgbClr val="FBAE40"/>
          </p15:clr>
        </p15:guide>
        <p15:guide id="7" orient="horz" pos="418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groß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CA447AF3-9112-4E80-95D6-DA3EF951DC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69026"/>
            <a:ext cx="12192000" cy="529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AF86186-02C4-41B3-9E32-C6D994D5D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3032573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984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ollflächig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3A53BF-3872-4CB9-A3C4-529D763542B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EDF33C-AD69-4F63-80C6-29038ACF9FB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EF126A4-070B-48AA-980B-329F721F879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A3D55C-C62B-482B-97A7-67402F6851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78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34000" y="0"/>
            <a:ext cx="5058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DB306D6-6C8C-46C6-ADFA-B6135A3744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16989BC-3B1F-4E4B-82D3-8DA7D78223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2599892-D0A5-4D8F-92D6-5A86DA10324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C55D1A-ECC3-4551-946B-244B72D2063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1813" y="1765300"/>
            <a:ext cx="6045175" cy="3326245"/>
          </a:xfrm>
        </p:spPr>
        <p:txBody>
          <a:bodyPr/>
          <a:lstStyle>
            <a:lvl1pPr>
              <a:defRPr sz="3600" i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0F6BCA-78EF-4C33-AD3D-7CA36F6D8D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1813" y="5358041"/>
            <a:ext cx="2917825" cy="221343"/>
          </a:xfrm>
        </p:spPr>
        <p:txBody>
          <a:bodyPr>
            <a:sp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14A801C-500F-42F7-9810-30F4CE043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09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93" userDrawn="1">
          <p15:clr>
            <a:srgbClr val="FBAE40"/>
          </p15:clr>
        </p15:guide>
        <p15:guide id="2" pos="4143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,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2526" y="0"/>
            <a:ext cx="5058000" cy="6857999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66992B-70FA-4EF3-B91E-D5D8886107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86663" y="1765300"/>
            <a:ext cx="6037463" cy="3326400"/>
          </a:xfrm>
        </p:spPr>
        <p:txBody>
          <a:bodyPr/>
          <a:lstStyle>
            <a:lvl1pPr>
              <a:defRPr sz="3600" i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15BD8298-60AC-4090-BB3E-F0693CA358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86663" y="5316477"/>
            <a:ext cx="2917825" cy="221343"/>
          </a:xfrm>
        </p:spPr>
        <p:txBody>
          <a:bodyPr>
            <a:spAutoFit/>
          </a:bodyPr>
          <a:lstStyle>
            <a:lvl1pPr algn="l"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542820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9" userDrawn="1">
          <p15:clr>
            <a:srgbClr val="FBAE40"/>
          </p15:clr>
        </p15:guide>
        <p15:guide id="2" pos="3518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grüner Hintergrund,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CBB0185-ED22-4EAE-8E99-E8F83FE5279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34000" y="0"/>
            <a:ext cx="5058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83D2220-C26F-4F41-A0A8-E65A1B65335C}"/>
              </a:ext>
            </a:extLst>
          </p:cNvPr>
          <p:cNvSpPr/>
          <p:nvPr/>
        </p:nvSpPr>
        <p:spPr>
          <a:xfrm>
            <a:off x="0" y="0"/>
            <a:ext cx="713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854FFF-8A75-42B3-A417-E69777D404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36303" y="1765300"/>
            <a:ext cx="6047898" cy="3326400"/>
          </a:xfrm>
        </p:spPr>
        <p:txBody>
          <a:bodyPr/>
          <a:lstStyle>
            <a:lvl1pPr>
              <a:defRPr sz="3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F522F79E-E991-49B2-8A10-443CEB5FCB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536303" y="5358041"/>
            <a:ext cx="2917825" cy="221343"/>
          </a:xfrm>
        </p:spPr>
        <p:txBody>
          <a:bodyPr>
            <a:spAutoFit/>
          </a:bodyPr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86CDE91-7CD1-48F1-A154-CF50CE8A0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84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3" userDrawn="1">
          <p15:clr>
            <a:srgbClr val="FBAE40"/>
          </p15:clr>
        </p15:guide>
        <p15:guide id="2" pos="4494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grüner Hintergrund,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FE21C4A-6006-4EB9-99FE-F2453268507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5036847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051BA91-193A-45F4-BF0B-0BA68E2079F4}"/>
              </a:ext>
            </a:extLst>
          </p:cNvPr>
          <p:cNvSpPr/>
          <p:nvPr/>
        </p:nvSpPr>
        <p:spPr>
          <a:xfrm>
            <a:off x="5036847" y="0"/>
            <a:ext cx="715515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854FFF-8A75-42B3-A417-E69777D404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576847" y="1765300"/>
            <a:ext cx="6045885" cy="3326400"/>
          </a:xfrm>
        </p:spPr>
        <p:txBody>
          <a:bodyPr/>
          <a:lstStyle>
            <a:lvl1pPr>
              <a:defRPr sz="3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22C23B5-2DDF-47F1-92F4-1CF64FA2FC6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C4DFC41-8F66-442B-833A-2E8930BC73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C57FFC7-3163-4AC3-8DA0-DE41D2D44F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FDEAD942-1AC6-449D-BADE-4706E9D0A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5576847" y="5358041"/>
            <a:ext cx="2917825" cy="221343"/>
          </a:xfrm>
        </p:spPr>
        <p:txBody>
          <a:bodyPr>
            <a:spAutoFit/>
          </a:bodyPr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E09A390A-114A-4B46-AF1F-983FF1801C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409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10" userDrawn="1">
          <p15:clr>
            <a:srgbClr val="FBAE40"/>
          </p15:clr>
        </p15:guide>
        <p15:guide id="2" pos="3172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grün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47D8848-3EC9-4190-BA71-7CDD1E9923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 err="1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854FFF-8A75-42B3-A417-E69777D404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605" y="1765300"/>
            <a:ext cx="8280000" cy="3240000"/>
          </a:xfrm>
        </p:spPr>
        <p:txBody>
          <a:bodyPr/>
          <a:lstStyle>
            <a:lvl1pPr>
              <a:defRPr sz="3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 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22C23B5-2DDF-47F1-92F4-1CF64FA2FC6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C4DFC41-8F66-442B-833A-2E8930BC73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34211" y="6488019"/>
            <a:ext cx="47714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C57FFC7-3163-4AC3-8DA0-DE41D2D44F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FDEAD942-1AC6-449D-BADE-4706E9D0A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9606" y="5144033"/>
            <a:ext cx="2917825" cy="221343"/>
          </a:xfrm>
        </p:spPr>
        <p:txBody>
          <a:bodyPr>
            <a:spAutoFit/>
          </a:bodyPr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940AC85-9919-4AC8-8C27-F1D4944D7E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5406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04" userDrawn="1">
          <p15:clr>
            <a:srgbClr val="FBAE40"/>
          </p15:clr>
        </p15:guide>
        <p15:guide id="2" pos="6023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66992B-70FA-4EF3-B91E-D5D88861073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605" y="1765300"/>
            <a:ext cx="8280000" cy="3276000"/>
          </a:xfrm>
        </p:spPr>
        <p:txBody>
          <a:bodyPr/>
          <a:lstStyle>
            <a:lvl1pPr>
              <a:defRPr sz="4800" i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15BD8298-60AC-4090-BB3E-F0693CA358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9606" y="5144033"/>
            <a:ext cx="2917825" cy="221343"/>
          </a:xfrm>
        </p:spPr>
        <p:txBody>
          <a:bodyPr>
            <a:spAutoFit/>
          </a:bodyPr>
          <a:lstStyle>
            <a:lvl1pPr algn="l"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85648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04" userDrawn="1">
          <p15:clr>
            <a:srgbClr val="FBAE40"/>
          </p15:clr>
        </p15:guide>
        <p15:guide id="2" pos="6028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auf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F1729221-9FD5-434A-8F23-C2054A7AE9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6101" y="6488021"/>
            <a:ext cx="680399" cy="1540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66992B-70FA-4EF3-B91E-D5D88861073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1813" y="1765300"/>
            <a:ext cx="5473798" cy="3276000"/>
          </a:xfrm>
        </p:spPr>
        <p:txBody>
          <a:bodyPr/>
          <a:lstStyle>
            <a:lvl1pPr>
              <a:defRPr sz="28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99E3C022-5929-4C86-A586-8A45A212B8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1813" y="5186565"/>
            <a:ext cx="2917825" cy="221343"/>
          </a:xfrm>
        </p:spPr>
        <p:txBody>
          <a:bodyPr>
            <a:spAutoFit/>
          </a:bodyPr>
          <a:lstStyle>
            <a:lvl1pPr algn="l"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2F2CB60C-30E2-4D66-9D24-A24AA3AA3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960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4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839CC71-5A66-4024-AF53-356CCFD1E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D367723-C19E-4A48-8B07-20D0DB5CB1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4233856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  <p15:guide id="3" orient="horz" pos="112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drei Inhalte +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770FE-DF98-4121-AF3E-53C54675F6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AF40B6-2AA0-417C-BE3A-982F879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AA9C6-39E3-425E-A4CB-9451D6E1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3DBF1A-3A75-4EDE-BD7E-552C5DA0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2FE610F-9097-4239-8F6D-4E1D6613AF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2845" y="4010890"/>
            <a:ext cx="3451599" cy="202160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1988443F-2C70-431D-95AE-B5C6B856BA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777" y="4010890"/>
            <a:ext cx="3451599" cy="202160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3E6FE9ED-9A0D-45D7-A662-8C4EC1E578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72286" y="4010890"/>
            <a:ext cx="3451387" cy="202160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ABE610A8-10D9-4147-A6E5-BABA0B95A58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2845" y="1779588"/>
            <a:ext cx="3451387" cy="180022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8" name="Bildplatzhalter 16">
            <a:extLst>
              <a:ext uri="{FF2B5EF4-FFF2-40B4-BE49-F238E27FC236}">
                <a16:creationId xmlns:a16="http://schemas.microsoft.com/office/drawing/2014/main" id="{4A4C875C-48EA-418B-BF7D-8DE3AB59F4F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72286" y="1779588"/>
            <a:ext cx="3451387" cy="180022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9" name="Bildplatzhalter 16">
            <a:extLst>
              <a:ext uri="{FF2B5EF4-FFF2-40B4-BE49-F238E27FC236}">
                <a16:creationId xmlns:a16="http://schemas.microsoft.com/office/drawing/2014/main" id="{1143D483-3782-4F2D-8C24-3B38911302F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52565" y="1779588"/>
            <a:ext cx="3451387" cy="18002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6F1E3E9C-BADC-4A6A-9D12-A6BA94B525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97690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orient="horz" pos="1121" userDrawn="1">
          <p15:clr>
            <a:srgbClr val="FBAE40"/>
          </p15:clr>
        </p15:guide>
        <p15:guide id="3" orient="horz" pos="2257" userDrawn="1">
          <p15:clr>
            <a:srgbClr val="FBAE40"/>
          </p15:clr>
        </p15:guide>
        <p15:guide id="4" orient="horz" pos="2526" userDrawn="1">
          <p15:clr>
            <a:srgbClr val="FBAE40"/>
          </p15:clr>
        </p15:guide>
        <p15:guide id="5" pos="5145" userDrawn="1">
          <p15:clr>
            <a:srgbClr val="FBAE40"/>
          </p15:clr>
        </p15:guide>
        <p15:guide id="6" pos="4917" userDrawn="1">
          <p15:clr>
            <a:srgbClr val="FBAE40"/>
          </p15:clr>
        </p15:guide>
        <p15:guide id="7" pos="2741" userDrawn="1">
          <p15:clr>
            <a:srgbClr val="FBAE40"/>
          </p15:clr>
        </p15:guide>
        <p15:guide id="8" pos="2511" userDrawn="1">
          <p15:clr>
            <a:srgbClr val="FBAE40"/>
          </p15:clr>
        </p15:guide>
        <p15:guide id="9" orient="horz" pos="418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zwei Inhalt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6">
            <a:extLst>
              <a:ext uri="{FF2B5EF4-FFF2-40B4-BE49-F238E27FC236}">
                <a16:creationId xmlns:a16="http://schemas.microsoft.com/office/drawing/2014/main" id="{4A4C875C-48EA-418B-BF7D-8DE3AB59F4F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69439" y="1778000"/>
            <a:ext cx="3450374" cy="425212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2FE610F-9097-4239-8F6D-4E1D6613AF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2913" y="1778000"/>
            <a:ext cx="3456000" cy="425212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1988443F-2C70-431D-95AE-B5C6B856BA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924" y="1778000"/>
            <a:ext cx="3454251" cy="425212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F770FE-DF98-4121-AF3E-53C54675F6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AF40B6-2AA0-417C-BE3A-982F879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AA9C6-39E3-425E-A4CB-9451D6E1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3DBF1A-3A75-4EDE-BD7E-552C5DA0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B738EDE-AA7C-4D35-8A11-F946C2709B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91366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1120" userDrawn="1">
          <p15:clr>
            <a:srgbClr val="FBAE40"/>
          </p15:clr>
        </p15:guide>
        <p15:guide id="3" pos="5143" userDrawn="1">
          <p15:clr>
            <a:srgbClr val="FBAE40"/>
          </p15:clr>
        </p15:guide>
        <p15:guide id="4" pos="4920" userDrawn="1">
          <p15:clr>
            <a:srgbClr val="FBAE40"/>
          </p15:clr>
        </p15:guide>
        <p15:guide id="5" pos="2514" userDrawn="1">
          <p15:clr>
            <a:srgbClr val="FBAE40"/>
          </p15:clr>
        </p15:guide>
        <p15:guide id="6" pos="2742" userDrawn="1">
          <p15:clr>
            <a:srgbClr val="FBAE40"/>
          </p15:clr>
        </p15:guide>
        <p15:guide id="7" orient="horz" pos="4186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Inhalt links,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047A0B5-1D36-4CA6-A388-794661BAE1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79587" y="1784985"/>
            <a:ext cx="3744000" cy="18891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ECB22D53-C6FB-4838-8BFC-4CA32EF2DB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77969" y="3915032"/>
            <a:ext cx="3744000" cy="1874883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50F3FE6-CA1A-430E-BAC8-DE134F31D3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565" y="1782762"/>
            <a:ext cx="6696000" cy="424973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94E790-BDC5-48E5-942E-7B9F27EB0B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E9194FFC-704E-4065-8766-8C02EFD3A5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200611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pos="4556" userDrawn="1">
          <p15:clr>
            <a:srgbClr val="FBAE40"/>
          </p15:clr>
        </p15:guide>
        <p15:guide id="3" orient="horz" pos="1121" userDrawn="1">
          <p15:clr>
            <a:srgbClr val="FBAE40"/>
          </p15:clr>
        </p15:guide>
        <p15:guide id="4" pos="4962" userDrawn="1">
          <p15:clr>
            <a:srgbClr val="FBAE40"/>
          </p15:clr>
        </p15:guide>
        <p15:guide id="5" orient="horz" pos="2316" userDrawn="1">
          <p15:clr>
            <a:srgbClr val="FBAE40"/>
          </p15:clr>
        </p15:guide>
        <p15:guide id="6" orient="horz" pos="2465" userDrawn="1">
          <p15:clr>
            <a:srgbClr val="FBAE40"/>
          </p15:clr>
        </p15:guide>
        <p15:guide id="7" orient="horz" pos="3650" userDrawn="1">
          <p15:clr>
            <a:srgbClr val="FBAE40"/>
          </p15:clr>
        </p15:guide>
        <p15:guide id="8" orient="horz" pos="4186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Inhalt, grüne Fläche mit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FFA6248-288A-4285-8856-317301A04B8D}"/>
              </a:ext>
            </a:extLst>
          </p:cNvPr>
          <p:cNvSpPr/>
          <p:nvPr/>
        </p:nvSpPr>
        <p:spPr>
          <a:xfrm>
            <a:off x="8042564" y="0"/>
            <a:ext cx="414943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40DEA81-F819-4D52-B200-C19F700E9CC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1814" y="1781175"/>
            <a:ext cx="6975474" cy="4251324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6E544DD-FFE2-4870-BFDB-20A397D20151}"/>
              </a:ext>
            </a:extLst>
          </p:cNvPr>
          <p:cNvSpPr>
            <a:spLocks noGrp="1"/>
          </p:cNvSpPr>
          <p:nvPr>
            <p:ph sz="quarter" idx="17"/>
          </p:nvPr>
        </p:nvSpPr>
        <p:spPr bwMode="white">
          <a:xfrm>
            <a:off x="8591550" y="1781174"/>
            <a:ext cx="3032125" cy="42513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E3DE3D3-7105-4122-840A-2E5D3E1C4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3283" y="356235"/>
            <a:ext cx="384463" cy="384463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F11D287C-B525-4ECA-8808-16A7B2AA66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372288"/>
            <a:ext cx="6975474" cy="775597"/>
          </a:xfrm>
        </p:spPr>
        <p:txBody>
          <a:bodyPr/>
          <a:lstStyle/>
          <a:p>
            <a:r>
              <a:rPr lang="de-DE" dirty="0"/>
              <a:t>Folientitel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69D8BF5B-2A34-4B96-8512-43ACC82EB5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813" y="1141200"/>
            <a:ext cx="6975474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70436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5412" userDrawn="1">
          <p15:clr>
            <a:srgbClr val="FBAE40"/>
          </p15:clr>
        </p15:guide>
        <p15:guide id="3" pos="4729" userDrawn="1">
          <p15:clr>
            <a:srgbClr val="FBAE40"/>
          </p15:clr>
        </p15:guide>
        <p15:guide id="4" orient="horz" pos="4186" userDrawn="1">
          <p15:clr>
            <a:srgbClr val="FBAE40"/>
          </p15:clr>
        </p15:guide>
        <p15:guide id="5" orient="horz" pos="112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Inhalt, pastellgrüne Fläche mit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FFA6248-288A-4285-8856-317301A04B8D}"/>
              </a:ext>
            </a:extLst>
          </p:cNvPr>
          <p:cNvSpPr/>
          <p:nvPr/>
        </p:nvSpPr>
        <p:spPr>
          <a:xfrm>
            <a:off x="8042564" y="0"/>
            <a:ext cx="4149436" cy="6858000"/>
          </a:xfrm>
          <a:prstGeom prst="rect">
            <a:avLst/>
          </a:prstGeom>
          <a:solidFill>
            <a:srgbClr val="EBF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21C7B6C-9388-4B13-B252-B91C088700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813" y="1781173"/>
            <a:ext cx="6969285" cy="424656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CBABA49A-74C9-42AB-BEFB-8AC49258D3B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93931" y="1781174"/>
            <a:ext cx="3026713" cy="42513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3718120-86FA-4237-9BA7-0BCCEFE95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0485CF6-A4F9-4D42-A6B0-97937078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372288"/>
            <a:ext cx="6975475" cy="77559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6FAD2526-9A4E-47A6-85CF-9FB1FCB8E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4" y="1141200"/>
            <a:ext cx="6975475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158694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5412" userDrawn="1">
          <p15:clr>
            <a:srgbClr val="FBAE40"/>
          </p15:clr>
        </p15:guide>
        <p15:guide id="3" pos="4729" userDrawn="1">
          <p15:clr>
            <a:srgbClr val="FBAE40"/>
          </p15:clr>
        </p15:guide>
        <p15:guide id="4" orient="horz" pos="4186" userDrawn="1">
          <p15:clr>
            <a:srgbClr val="FBAE40"/>
          </p15:clr>
        </p15:guide>
        <p15:guide id="5" orient="horz" pos="112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Inhalt, pastellgrüne Fläch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E4BAAC3F-189E-4FFC-82C1-CD8630009E8F}"/>
              </a:ext>
            </a:extLst>
          </p:cNvPr>
          <p:cNvSpPr/>
          <p:nvPr/>
        </p:nvSpPr>
        <p:spPr>
          <a:xfrm>
            <a:off x="6172200" y="0"/>
            <a:ext cx="6019800" cy="6858000"/>
          </a:xfrm>
          <a:prstGeom prst="rect">
            <a:avLst/>
          </a:prstGeom>
          <a:solidFill>
            <a:srgbClr val="EBF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 err="1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264B35-2A3C-41F1-A8BD-B33C3A5A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38BC5A-30AE-4B13-9081-43F961AA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7493E4-C91E-477E-B287-E468A9DD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2B39DEC-136C-4218-B442-3360DBA85F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195" y="1779588"/>
            <a:ext cx="5112000" cy="42529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0DE5EC-B5BA-4D72-9D63-A245EC905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651B11F0-CDAB-4A22-BB59-5EACEDC13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372288"/>
            <a:ext cx="5114925" cy="77559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F552CF74-D677-486C-B83E-6264877F9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4" y="1141200"/>
            <a:ext cx="5114925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608593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1" userDrawn="1">
          <p15:clr>
            <a:srgbClr val="FBAE40"/>
          </p15:clr>
        </p15:guide>
        <p15:guide id="2" pos="3557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  <p15:guide id="4" orient="horz" pos="72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A953194-4A81-4864-ABC1-A8827FF8AF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2680" y="1661390"/>
            <a:ext cx="9301680" cy="1185718"/>
          </a:xfrm>
        </p:spPr>
        <p:txBody>
          <a:bodyPr/>
          <a:lstStyle>
            <a:lvl1pPr>
              <a:spcBef>
                <a:spcPts val="0"/>
              </a:spcBef>
              <a:defRPr sz="6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Vielen Dank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2C1768E-8A01-4C50-9F1E-C75BD45D8A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2680" y="4954093"/>
            <a:ext cx="3371850" cy="1077218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de-DE" dirty="0"/>
              <a:t>Funktion</a:t>
            </a:r>
          </a:p>
          <a:p>
            <a:pPr lvl="0"/>
            <a:r>
              <a:rPr lang="de-DE" dirty="0"/>
              <a:t>AOK Länderkennzeichnung</a:t>
            </a:r>
          </a:p>
          <a:p>
            <a:pPr lvl="0"/>
            <a:r>
              <a:rPr lang="de-DE" dirty="0"/>
              <a:t>Musterstraße 123</a:t>
            </a:r>
          </a:p>
          <a:p>
            <a:pPr lvl="0"/>
            <a:r>
              <a:rPr lang="de-DE" dirty="0"/>
              <a:t>12345 Musterstadt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4378326E-5D5E-46C7-826E-5B776E06B0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9101" y="4954624"/>
            <a:ext cx="5499546" cy="1077218"/>
          </a:xfrm>
        </p:spPr>
        <p:txBody>
          <a:bodyPr anchor="t" anchorCtr="0"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de-DE" dirty="0"/>
              <a:t>P +49 (123) 45 67 89</a:t>
            </a:r>
          </a:p>
          <a:p>
            <a:pPr lvl="0"/>
            <a:r>
              <a:rPr lang="de-DE" dirty="0"/>
              <a:t>F +49 (123) 45 67 89</a:t>
            </a:r>
          </a:p>
          <a:p>
            <a:pPr lvl="0"/>
            <a:r>
              <a:rPr lang="de-DE" dirty="0"/>
              <a:t>M +49 (123) 45 67 89 0</a:t>
            </a:r>
          </a:p>
          <a:p>
            <a:pPr lvl="0"/>
            <a:r>
              <a:rPr lang="de-DE" dirty="0"/>
              <a:t>E vorname.nachname@aok.de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D2B5C3-11A3-4174-BC4F-4495032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2679" y="4333009"/>
            <a:ext cx="9292157" cy="276999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6BB955E-52A4-4FD7-9D87-D8B4088E0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8646" y="372807"/>
            <a:ext cx="1779113" cy="5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24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,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A20A50D-CAEB-42D1-9B3F-4D16F9BF46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5C3367B4-09CF-4ADC-ABE5-DC26BA12CE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31743" y="1661390"/>
            <a:ext cx="9294291" cy="1185718"/>
          </a:xfrm>
        </p:spPr>
        <p:txBody>
          <a:bodyPr/>
          <a:lstStyle>
            <a:lvl1pPr>
              <a:spcBef>
                <a:spcPts val="0"/>
              </a:spcBef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Vielen Dank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083CFB7-931B-4839-8D10-C8E469EC79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31743" y="4954093"/>
            <a:ext cx="3371850" cy="1077218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Funktion</a:t>
            </a:r>
          </a:p>
          <a:p>
            <a:pPr lvl="0"/>
            <a:r>
              <a:rPr lang="de-DE" dirty="0"/>
              <a:t>AOK Länderkennzeichnung</a:t>
            </a:r>
          </a:p>
          <a:p>
            <a:pPr lvl="0"/>
            <a:r>
              <a:rPr lang="de-DE" dirty="0"/>
              <a:t>Musterstraße 123</a:t>
            </a:r>
          </a:p>
          <a:p>
            <a:pPr lvl="0"/>
            <a:r>
              <a:rPr lang="de-DE" dirty="0"/>
              <a:t>12345 Musterstadt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F55EBCCF-2FEB-4910-90A0-FD8B5D5111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4348163" y="4954624"/>
            <a:ext cx="5492157" cy="1077218"/>
          </a:xfrm>
        </p:spPr>
        <p:txBody>
          <a:bodyPr anchor="t" anchorCtr="0"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P +49 (123) 45 67 89</a:t>
            </a:r>
          </a:p>
          <a:p>
            <a:pPr lvl="0"/>
            <a:r>
              <a:rPr lang="de-DE" dirty="0"/>
              <a:t>F +49 (123) 45 67 89</a:t>
            </a:r>
          </a:p>
          <a:p>
            <a:pPr lvl="0"/>
            <a:r>
              <a:rPr lang="de-DE" dirty="0"/>
              <a:t>M +49 (123) 45 67 89 0</a:t>
            </a:r>
          </a:p>
          <a:p>
            <a:pPr lvl="0"/>
            <a:r>
              <a:rPr lang="de-DE" dirty="0"/>
              <a:t>E vorname.nachname@aok.de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AFC9B68D-65AD-47A3-AEAC-D1ED4EE7D9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31742" y="4333009"/>
            <a:ext cx="9284768" cy="276999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DB8B34A-FB14-4B2D-9B3B-8BF44AAC1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1257" y="372717"/>
            <a:ext cx="1782421" cy="5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94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B67008-ACB6-488C-80EF-57C55636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1AFD9B-93CA-4DAE-9953-B8EB0F3D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9F0869-8A12-47AA-8F9B-8ADF38B7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359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34FD6D-48F3-4A5C-8E77-DBCE4EB4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3" y="372288"/>
            <a:ext cx="10080000" cy="7755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Folientitel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CC67E9-5BDD-4FB7-AEA4-0A3D41EE9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813" y="1782078"/>
            <a:ext cx="11088000" cy="424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423CBB-470C-4515-AF28-06E6352AA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1813" y="6488019"/>
            <a:ext cx="680398" cy="154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9DC61F-9E66-4252-86CA-8F6B63796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4211" y="6488019"/>
            <a:ext cx="4771400" cy="153888"/>
          </a:xfrm>
          <a:prstGeom prst="rect">
            <a:avLst/>
          </a:prstGeom>
        </p:spPr>
        <p:txBody>
          <a:bodyPr vert="horz" lIns="7200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6264B0-1D56-4DD2-90C5-927294522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6846" y="6488019"/>
            <a:ext cx="292967" cy="153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B548F3A-77B7-4DBE-97EE-70ED2DC290A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2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663" r:id="rId5"/>
    <p:sldLayoutId id="2147483664" r:id="rId6"/>
    <p:sldLayoutId id="2147483701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702" r:id="rId13"/>
    <p:sldLayoutId id="2147483703" r:id="rId14"/>
    <p:sldLayoutId id="2147483704" r:id="rId15"/>
    <p:sldLayoutId id="2147483705" r:id="rId16"/>
    <p:sldLayoutId id="2147483688" r:id="rId17"/>
    <p:sldLayoutId id="2147483691" r:id="rId18"/>
    <p:sldLayoutId id="2147483682" r:id="rId19"/>
    <p:sldLayoutId id="2147483674" r:id="rId20"/>
    <p:sldLayoutId id="2147483675" r:id="rId21"/>
    <p:sldLayoutId id="2147483678" r:id="rId22"/>
    <p:sldLayoutId id="2147483677" r:id="rId23"/>
    <p:sldLayoutId id="2147483676" r:id="rId24"/>
    <p:sldLayoutId id="2147483706" r:id="rId25"/>
    <p:sldLayoutId id="2147483707" r:id="rId26"/>
    <p:sldLayoutId id="2147483708" r:id="rId27"/>
    <p:sldLayoutId id="2147483680" r:id="rId28"/>
    <p:sldLayoutId id="2147483698" r:id="rId29"/>
    <p:sldLayoutId id="2147483709" r:id="rId30"/>
    <p:sldLayoutId id="2147483686" r:id="rId31"/>
    <p:sldLayoutId id="2147483685" r:id="rId32"/>
    <p:sldLayoutId id="2147483687" r:id="rId33"/>
    <p:sldLayoutId id="2147483696" r:id="rId34"/>
    <p:sldLayoutId id="2147483693" r:id="rId35"/>
    <p:sldLayoutId id="2147483694" r:id="rId36"/>
    <p:sldLayoutId id="2147483699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2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ClrTx/>
        <a:buFont typeface="AOK Buenos Aires" pitchFamily="50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ClrTx/>
        <a:buFont typeface="AOK Buenos Aires" pitchFamily="50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50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50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21" userDrawn="1">
          <p15:clr>
            <a:srgbClr val="F26B43"/>
          </p15:clr>
        </p15:guide>
        <p15:guide id="2" pos="335" userDrawn="1">
          <p15:clr>
            <a:srgbClr val="F26B43"/>
          </p15:clr>
        </p15:guide>
        <p15:guide id="3" orient="horz" pos="3800" userDrawn="1">
          <p15:clr>
            <a:srgbClr val="F26B43"/>
          </p15:clr>
        </p15:guide>
        <p15:guide id="5" orient="horz" pos="2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07FAA86-04F5-4C70-876F-BE3F30341F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61F6305-B454-4964-9675-92BFF6A684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704DDF83-48C4-48ED-A74E-D0043BB7E4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1789ACB-1E42-4D32-B0A4-76533F840A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70313C3-84A0-4317-BFF6-75575988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0144419"/>
      </p:ext>
    </p:extLst>
  </p:cSld>
  <p:clrMapOvr>
    <a:masterClrMapping/>
  </p:clrMapOvr>
</p:sld>
</file>

<file path=ppt/theme/theme1.xml><?xml version="1.0" encoding="utf-8"?>
<a:theme xmlns:a="http://schemas.openxmlformats.org/drawingml/2006/main" name="AOK PPT Template 2021">
  <a:themeElements>
    <a:clrScheme name="Benutzerdefiniert 8">
      <a:dk1>
        <a:srgbClr val="000000"/>
      </a:dk1>
      <a:lt1>
        <a:srgbClr val="FFFFFF"/>
      </a:lt1>
      <a:dk2>
        <a:srgbClr val="17AB41"/>
      </a:dk2>
      <a:lt2>
        <a:srgbClr val="005E3F"/>
      </a:lt2>
      <a:accent1>
        <a:srgbClr val="005E3F"/>
      </a:accent1>
      <a:accent2>
        <a:srgbClr val="17AB41"/>
      </a:accent2>
      <a:accent3>
        <a:srgbClr val="60D26D"/>
      </a:accent3>
      <a:accent4>
        <a:srgbClr val="07983E"/>
      </a:accent4>
      <a:accent5>
        <a:srgbClr val="35BF50"/>
      </a:accent5>
      <a:accent6>
        <a:srgbClr val="98E692"/>
      </a:accent6>
      <a:hlink>
        <a:srgbClr val="005E3F"/>
      </a:hlink>
      <a:folHlink>
        <a:srgbClr val="18AB4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AOK Hellgrün">
      <a:srgbClr val="50EB5D"/>
    </a:custClr>
    <a:custClr name="Grau 8">
      <a:srgbClr val="40484D"/>
    </a:custClr>
    <a:custClr name="Grau 6">
      <a:srgbClr val="6D767C"/>
    </a:custClr>
    <a:custClr name="Akzentgelb">
      <a:srgbClr val="FFF133"/>
    </a:custClr>
    <a:custClr name="Akzentblau">
      <a:srgbClr val="83EAF2"/>
    </a:custClr>
    <a:custClr name="Interaktivgrün">
      <a:srgbClr val="91F54A"/>
    </a:custClr>
    <a:custClr name="Pastellgrün">
      <a:srgbClr val="EBFAE8"/>
    </a:custClr>
    <a:custClr name="Pastellblau">
      <a:srgbClr val="E8F4F2"/>
    </a:custClr>
    <a:custClr name="Sand">
      <a:srgbClr val="F8F5E3"/>
    </a:custClr>
    <a:custClr name="Fehler">
      <a:srgbClr val="EB0047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Grün 8">
      <a:srgbClr val="005E3F"/>
    </a:custClr>
    <a:custClr name="Grün 4">
      <a:srgbClr val="18AB42"/>
    </a:custClr>
    <a:custClr name="Gelb">
      <a:srgbClr val="F5D954"/>
    </a:custClr>
    <a:custClr name="Hellblau Schatten">
      <a:srgbClr val="52B0BF"/>
    </a:custClr>
    <a:custClr name="Indigo Schatten">
      <a:srgbClr val="0F3580"/>
    </a:custClr>
    <a:custClr name="Violett">
      <a:srgbClr val="8263B0"/>
    </a:custClr>
    <a:custClr name="Orange">
      <a:srgbClr val="FA8C4A"/>
    </a:custClr>
    <a:custClr name="Violett Schatten">
      <a:srgbClr val="613385"/>
    </a:custClr>
    <a:custClr name="Rot">
      <a:srgbClr val="FA545E"/>
    </a:custClr>
    <a:custClr name="Indigo">
      <a:srgbClr val="526FB0"/>
    </a:custClr>
    <a:custClr name="Limette">
      <a:srgbClr val="B8D94A"/>
    </a:custClr>
    <a:custClr name="Rot Schatten">
      <a:srgbClr val="C40D38"/>
    </a:custClr>
    <a:custClr name="Hellblau">
      <a:srgbClr val="94D4DB"/>
    </a:custClr>
    <a:custClr name="Orange Schatten">
      <a:srgbClr val="CC591F"/>
    </a:custClr>
    <a:custClr name="Limette Schatten">
      <a:srgbClr val="8FB824"/>
    </a:custClr>
  </a:custClrLst>
  <a:extLst>
    <a:ext uri="{05A4C25C-085E-4340-85A3-A5531E510DB2}">
      <thm15:themeFamily xmlns:thm15="http://schemas.microsoft.com/office/thememl/2012/main" name="AOK PPT Template 2021.potx" id="{53A47877-4910-4CEB-8438-E8EAB89D73EF}" vid="{5C28F9ED-0190-451F-BB6E-5FCA89006964}"/>
    </a:ext>
  </a:extLst>
</a:theme>
</file>

<file path=ppt/theme/theme2.xml><?xml version="1.0" encoding="utf-8"?>
<a:theme xmlns:a="http://schemas.openxmlformats.org/drawingml/2006/main" name="Office">
  <a:themeElements>
    <a:clrScheme name="AOK">
      <a:dk1>
        <a:srgbClr val="000000"/>
      </a:dk1>
      <a:lt1>
        <a:srgbClr val="FFFFFF"/>
      </a:lt1>
      <a:dk2>
        <a:srgbClr val="50EB5D"/>
      </a:dk2>
      <a:lt2>
        <a:srgbClr val="005E3F"/>
      </a:lt2>
      <a:accent1>
        <a:srgbClr val="18AB42"/>
      </a:accent1>
      <a:accent2>
        <a:srgbClr val="FFF133"/>
      </a:accent2>
      <a:accent3>
        <a:srgbClr val="84E2F5"/>
      </a:accent3>
      <a:accent4>
        <a:srgbClr val="91F54A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AOK">
      <a:dk1>
        <a:srgbClr val="000000"/>
      </a:dk1>
      <a:lt1>
        <a:srgbClr val="FFFFFF"/>
      </a:lt1>
      <a:dk2>
        <a:srgbClr val="18AB42"/>
      </a:dk2>
      <a:lt2>
        <a:srgbClr val="005E3F"/>
      </a:lt2>
      <a:accent1>
        <a:srgbClr val="005E3F"/>
      </a:accent1>
      <a:accent2>
        <a:srgbClr val="028440"/>
      </a:accent2>
      <a:accent3>
        <a:srgbClr val="17AB41"/>
      </a:accent3>
      <a:accent4>
        <a:srgbClr val="35BF50"/>
      </a:accent4>
      <a:accent5>
        <a:srgbClr val="60D26D"/>
      </a:accent5>
      <a:accent6>
        <a:srgbClr val="98E692"/>
      </a:accent6>
      <a:hlink>
        <a:srgbClr val="005E3F"/>
      </a:hlink>
      <a:folHlink>
        <a:srgbClr val="18AB4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OK NDS Dokument" ma:contentTypeID="0x0101008A8784F62BDC429FA6AF2FDBAEC39A11009A33215E06E36F4C894E2822C2D58A1C" ma:contentTypeVersion="19" ma:contentTypeDescription="AOK NDS Dokument" ma:contentTypeScope="" ma:versionID="6a078080ef790e64dc5ce66faea93810">
  <xsd:schema xmlns:xsd="http://www.w3.org/2001/XMLSchema" xmlns:xs="http://www.w3.org/2001/XMLSchema" xmlns:p="http://schemas.microsoft.com/office/2006/metadata/properties" xmlns:ns2="http://schemas.microsoft.com/sharepoint/v4/fields" xmlns:ns3="0daa1036-ae84-48ac-98bb-3d5c2cf0c434" xmlns:ns4="0545d6a5-1a94-4b4f-9fcb-b225220a1ce3" targetNamespace="http://schemas.microsoft.com/office/2006/metadata/properties" ma:root="true" ma:fieldsID="4bd0a77306b4636892e839a0a2c6be50" ns2:_="" ns3:_="" ns4:_="">
    <xsd:import namespace="http://schemas.microsoft.com/sharepoint/v4/fields"/>
    <xsd:import namespace="0daa1036-ae84-48ac-98bb-3d5c2cf0c434"/>
    <xsd:import namespace="0545d6a5-1a94-4b4f-9fcb-b225220a1ce3"/>
    <xsd:element name="properties">
      <xsd:complexType>
        <xsd:sequence>
          <xsd:element name="documentManagement">
            <xsd:complexType>
              <xsd:all>
                <xsd:element ref="ns2:triExpires"/>
                <xsd:element ref="ns3:triDocumentTypTaxHTField0" minOccurs="0"/>
                <xsd:element ref="ns3:triDocumentClassTaxHTField0" minOccurs="0"/>
                <xsd:element ref="ns3:triResponsListMitarbeiter" minOccurs="0"/>
                <xsd:element ref="ns4:TaxKeywordTaxHTField" minOccurs="0"/>
                <xsd:element ref="ns4:TaxCatchAll" minOccurs="0"/>
                <xsd:element ref="ns4:TaxCatchAllLabel" minOccurs="0"/>
                <xsd:element ref="ns3:triThemesTaxHTField0" minOccurs="0"/>
                <xsd:element ref="ns3:triServicesTaxHTField0" minOccurs="0"/>
                <xsd:element ref="ns3:triOrgUnitsTaxHTField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/fields" elementFormDefault="qualified">
    <xsd:import namespace="http://schemas.microsoft.com/office/2006/documentManagement/types"/>
    <xsd:import namespace="http://schemas.microsoft.com/office/infopath/2007/PartnerControls"/>
    <xsd:element name="triExpires" ma:index="8" ma:displayName="Gültig bis" ma:description="Datum, zu dem dieser Artikel dem Ersteller zur Prüfung zugesandt wird." ma:format="DateOnly" ma:internalName="triExpires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aa1036-ae84-48ac-98bb-3d5c2cf0c434" elementFormDefault="qualified">
    <xsd:import namespace="http://schemas.microsoft.com/office/2006/documentManagement/types"/>
    <xsd:import namespace="http://schemas.microsoft.com/office/infopath/2007/PartnerControls"/>
    <xsd:element name="triDocumentTypTaxHTField0" ma:index="10" ma:taxonomy="true" ma:internalName="triDocumentTypTaxHTField0" ma:taxonomyFieldName="triDocumentTyp" ma:displayName="Dokumentenart" ma:readOnly="false" ma:default="" ma:fieldId="{c81e9642-db41-4301-8bae-354ca48a7cf2}" ma:sspId="b3ea3c48-0d2d-495f-9df1-33170700d319" ma:termSetId="31422e1a-1a0b-44dc-a885-808c2b0294f4" ma:anchorId="44c4774c-34ad-43e9-84d1-5bc2319b6e84" ma:open="false" ma:isKeyword="false">
      <xsd:complexType>
        <xsd:sequence>
          <xsd:element ref="pc:Terms" minOccurs="0" maxOccurs="1"/>
        </xsd:sequence>
      </xsd:complexType>
    </xsd:element>
    <xsd:element name="triDocumentClassTaxHTField0" ma:index="12" nillable="true" ma:taxonomy="true" ma:internalName="triDocumentClassTaxHTField0" ma:taxonomyFieldName="triDocumentClass" ma:displayName="Dokumentenklasse" ma:fieldId="{7e7c83a9-62d1-484b-8800-ffd2b71eba26}" ma:sspId="b3ea3c48-0d2d-495f-9df1-33170700d319" ma:termSetId="b288869c-3b53-4f55-96db-db5a28ced83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iResponsListMitarbeiter" ma:index="13" nillable="true" ma:displayName="Ansprechpartner" ma:description="" ma:internalName="triResponsListMitarbeiter" ma:readOnly="false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riThemesTaxHTField0" ma:index="21" ma:taxonomy="true" ma:internalName="triThemesTaxHTField0" ma:taxonomyFieldName="triThemes" ma:displayName="Themen" ma:readOnly="false" ma:fieldId="{abc9bfb6-9a48-4137-a12a-8093da2ffe49}" ma:taxonomyMulti="true" ma:sspId="b3ea3c48-0d2d-495f-9df1-33170700d319" ma:termSetId="6276b3a1-0eda-49e7-9ce5-e239f53c793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iServicesTaxHTField0" ma:index="22" nillable="true" ma:taxonomy="true" ma:internalName="triServicesTaxHTField0" ma:taxonomyFieldName="triServices" ma:displayName="Anwendungen &amp; Tools" ma:fieldId="{4b29b0d2-ba08-4518-80f8-27ba97d69ec3}" ma:taxonomyMulti="true" ma:sspId="b3ea3c48-0d2d-495f-9df1-33170700d319" ma:termSetId="bfedb8a0-f167-4d33-9d0b-32f24b046c8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iOrgUnitsTaxHTField0" ma:index="23" nillable="true" ma:taxonomy="true" ma:internalName="triOrgUnitsTaxHTField0" ma:taxonomyFieldName="triOrgUnits" ma:displayName="Organisationseinheiten" ma:fieldId="{ed58d200-abfd-4d44-941e-63b1799aac0d}" ma:taxonomyMulti="true" ma:sspId="b3ea3c48-0d2d-495f-9df1-33170700d319" ma:termSetId="c6b350f1-6206-471e-9868-db64584d4bec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45d6a5-1a94-4b4f-9fcb-b225220a1ce3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7" nillable="true" ma:taxonomy="true" ma:internalName="TaxKeywordTaxHTField" ma:taxonomyFieldName="TaxKeyword" ma:displayName="Unternehmensstichwörter" ma:fieldId="{23f27201-bee3-471e-b2e7-b64fd8b7ca38}" ma:taxonomyMulti="true" ma:sspId="b3ea3c48-0d2d-495f-9df1-33170700d319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8" nillable="true" ma:displayName="Taxonomiespalte &quot;Alle abfangen&quot;" ma:description="" ma:hidden="true" ma:list="{47161054-9c51-424c-a7d6-9b5cb67c5732}" ma:internalName="TaxCatchAll" ma:showField="CatchAllData" ma:web="0545d6a5-1a94-4b4f-9fcb-b225220a1c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9" nillable="true" ma:displayName="Taxonomiespalte &quot;Alle abfangen&quot;1" ma:description="" ma:hidden="true" ma:list="{47161054-9c51-424c-a7d6-9b5cb67c5732}" ma:internalName="TaxCatchAllLabel" ma:readOnly="true" ma:showField="CatchAllDataLabel" ma:web="0545d6a5-1a94-4b4f-9fcb-b225220a1c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riDocumentTypTaxHTField0 xmlns="0daa1036-ae84-48ac-98bb-3d5c2cf0c4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Office-Vorlage</TermName>
          <TermId xmlns="http://schemas.microsoft.com/office/infopath/2007/PartnerControls">d1377ae8-aac1-4456-ab99-9a9824dd1c70</TermId>
        </TermInfo>
      </Terms>
    </triDocumentTypTaxHTField0>
    <triOrgUnitsTaxHTField0 xmlns="0daa1036-ae84-48ac-98bb-3d5c2cf0c434">
      <Terms xmlns="http://schemas.microsoft.com/office/infopath/2007/PartnerControls"/>
    </triOrgUnitsTaxHTField0>
    <triResponsListMitarbeiter xmlns="0daa1036-ae84-48ac-98bb-3d5c2cf0c434">
      <UserInfo>
        <DisplayName/>
        <AccountId xsi:nil="true"/>
        <AccountType/>
      </UserInfo>
    </triResponsListMitarbeiter>
    <triDocumentClassTaxHTField0 xmlns="0daa1036-ae84-48ac-98bb-3d5c2cf0c434">
      <Terms xmlns="http://schemas.microsoft.com/office/infopath/2007/PartnerControls"/>
    </triDocumentClassTaxHTField0>
    <triServicesTaxHTField0 xmlns="0daa1036-ae84-48ac-98bb-3d5c2cf0c4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PowerPoint</TermName>
          <TermId xmlns="http://schemas.microsoft.com/office/infopath/2007/PartnerControls">a3e71988-a03c-4ea5-b00d-ad0365fa6dd3</TermId>
        </TermInfo>
      </Terms>
    </triServicesTaxHTField0>
    <TaxCatchAll xmlns="0545d6a5-1a94-4b4f-9fcb-b225220a1ce3">
      <Value>4</Value>
      <Value>837</Value>
      <Value>1351</Value>
    </TaxCatchAll>
    <triThemesTaxHTField0 xmlns="0daa1036-ae84-48ac-98bb-3d5c2cf0c4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AOK-intern</TermName>
          <TermId xmlns="http://schemas.microsoft.com/office/infopath/2007/PartnerControls">cfe28683-99c9-4ddf-9db1-cb137adb25fd</TermId>
        </TermInfo>
      </Terms>
    </triThemesTaxHTField0>
    <triExpires xmlns="http://schemas.microsoft.com/sharepoint/v4/fields">2023-07-11T22:00:00+00:00</triExpires>
    <TaxKeywordTaxHTField xmlns="0545d6a5-1a94-4b4f-9fcb-b225220a1ce3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C203E196-4C15-4B6B-9EBB-D7CE5E4371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/fields"/>
    <ds:schemaRef ds:uri="0daa1036-ae84-48ac-98bb-3d5c2cf0c434"/>
    <ds:schemaRef ds:uri="0545d6a5-1a94-4b4f-9fcb-b225220a1c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853F19-DB18-4EA7-87B8-CCD65615E6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54A09C-5453-40F6-B2BE-0D6BF671E6A2}">
  <ds:schemaRefs>
    <ds:schemaRef ds:uri="http://purl.org/dc/terms/"/>
    <ds:schemaRef ds:uri="http://schemas.openxmlformats.org/package/2006/metadata/core-properties"/>
    <ds:schemaRef ds:uri="0545d6a5-1a94-4b4f-9fcb-b225220a1ce3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0daa1036-ae84-48ac-98bb-3d5c2cf0c434"/>
    <ds:schemaRef ds:uri="http://schemas.microsoft.com/sharepoint/v4/field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AOK PPT Master (1)</Template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AOK Buenos Aires</vt:lpstr>
      <vt:lpstr>AOK Buenos Aires SemiBold</vt:lpstr>
      <vt:lpstr>AOK PPT Template 2021</vt:lpstr>
      <vt:lpstr>PowerPoint-Präsentation</vt:lpstr>
    </vt:vector>
  </TitlesOfParts>
  <Company>ARGE Rechenzentrum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Seyfi, Jasmin</dc:creator>
  <cp:keywords/>
  <cp:lastModifiedBy>Schünke, Janik</cp:lastModifiedBy>
  <cp:revision>7</cp:revision>
  <dcterms:created xsi:type="dcterms:W3CDTF">2021-07-12T11:56:06Z</dcterms:created>
  <dcterms:modified xsi:type="dcterms:W3CDTF">2025-08-06T21:50:31Z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0x0101008A8784F62BDC429FA6AF2FDBAEC39A11009A33215E06E36F4C894E2822C2D58A1C</vt:lpwstr>
  </property>
  <property fmtid="{D5CDD505-2E9C-101B-9397-08002B2CF9AE}" pid="3" name="triThemes">
    <vt:lpwstr>4;#AOK-intern|cfe28683-99c9-4ddf-9db1-cb137adb25fd</vt:lpwstr>
  </property>
  <property fmtid="{D5CDD505-2E9C-101B-9397-08002B2CF9AE}" pid="4" name="triServices">
    <vt:lpwstr>837;#PowerPoint|a3e71988-a03c-4ea5-b00d-ad0365fa6dd3</vt:lpwstr>
  </property>
  <property fmtid="{D5CDD505-2E9C-101B-9397-08002B2CF9AE}" pid="5" name="TaxKeyword">
    <vt:lpwstr/>
  </property>
  <property fmtid="{D5CDD505-2E9C-101B-9397-08002B2CF9AE}" pid="6" name="triDocumentClass">
    <vt:lpwstr/>
  </property>
  <property fmtid="{D5CDD505-2E9C-101B-9397-08002B2CF9AE}" pid="7" name="triOrgUnits">
    <vt:lpwstr/>
  </property>
  <property fmtid="{D5CDD505-2E9C-101B-9397-08002B2CF9AE}" pid="8" name="triDocumentTyp">
    <vt:lpwstr>1351;#Office-Vorlage|d1377ae8-aac1-4456-ab99-9a9824dd1c70</vt:lpwstr>
  </property>
</Properties>
</file>