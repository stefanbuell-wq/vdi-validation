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256" r:id="rId5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</p:sldIdLst>
  <p:sldSz cx="12192000" cy="6858000"/>
  <p:notesSz cx="6858000" cy="9144000"/>
  <p:embeddedFontLst>
    <p:embeddedFont>
      <p:font typeface="AOK Buenos Aires" pitchFamily="2" charset="0"/>
      <p:regular r:id="rId8"/>
      <p:bold r:id="rId9"/>
      <p:italic r:id="rId10"/>
      <p:boldItalic r:id="rId11"/>
    </p:embeddedFont>
    <p:embeddedFont>
      <p:font typeface="AOK Buenos Aires SemiBold" pitchFamily="2" charset="0"/>
      <p:bold r:id="rId12"/>
      <p:boldItalic r:id="rId13"/>
    </p:embeddedFont>
  </p:embeddedFontLst>
  <p:defaultTextStyle>
    <a:defPPr>
      <a:defRPr lang="de-DE"/>
    </a:defPPr>
    <a:lvl1pPr marL="0" indent="0" algn="l" defTabSz="914400" rtl="0" eaLnBrk="1" latinLnBrk="0" hangingPunct="1">
      <a:lnSpc>
        <a:spcPct val="110000"/>
      </a:lnSpc>
      <a:spcBef>
        <a:spcPts val="200"/>
      </a:spcBef>
      <a:buFontTx/>
      <a:buNone/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18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ClrTx/>
      <a:buFont typeface="AOK Buenos Aires" pitchFamily="50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36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ClrTx/>
      <a:buFont typeface="AOK Buenos Aires" pitchFamily="50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54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Font typeface="AOK Buenos Aires" pitchFamily="50" charset="0"/>
      <a:buChar char="–"/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72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Font typeface="AOK Buenos Aires" pitchFamily="50" charset="0"/>
      <a:buChar char="–"/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72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Font typeface="AOK Buenos Aires" pitchFamily="2" charset="0"/>
      <a:buChar char="–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72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Font typeface="AOK Buenos Aires" pitchFamily="2" charset="0"/>
      <a:buChar char="–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72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Font typeface="AOK Buenos Aires" pitchFamily="2" charset="0"/>
      <a:buChar char="–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720000" indent="-180000" algn="l" defTabSz="914400" rtl="0" eaLnBrk="1" latinLnBrk="0" hangingPunct="1">
      <a:lnSpc>
        <a:spcPct val="110000"/>
      </a:lnSpc>
      <a:spcBef>
        <a:spcPts val="700"/>
      </a:spcBef>
      <a:spcAft>
        <a:spcPts val="200"/>
      </a:spcAft>
      <a:buFont typeface="AOK Buenos Aires" pitchFamily="2" charset="0"/>
      <a:buChar char="–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005E3F"/>
    <a:srgbClr val="07983E"/>
    <a:srgbClr val="17AB41"/>
    <a:srgbClr val="60D2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5" autoAdjust="0"/>
    <p:restoredTop sz="94660"/>
  </p:normalViewPr>
  <p:slideViewPr>
    <p:cSldViewPr snapToGrid="0" showGuides="1">
      <p:cViewPr varScale="1">
        <p:scale>
          <a:sx n="137" d="100"/>
          <a:sy n="137" d="100"/>
        </p:scale>
        <p:origin x="156" y="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168"/>
    </p:cViewPr>
  </p:sorterViewPr>
  <p:notesViewPr>
    <p:cSldViewPr snapToGrid="0" showGuides="1">
      <p:cViewPr varScale="1">
        <p:scale>
          <a:sx n="84" d="100"/>
          <a:sy n="84" d="100"/>
        </p:scale>
        <p:origin x="330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C4D45621-570F-4B01-BD50-E79AAC2B84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59433FF-4377-4C47-918B-9E6287F1251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8D6E-6120-4A44-A25C-8C5BB507A9D3}" type="datetimeFigureOut">
              <a:rPr lang="de-DE" smtClean="0"/>
              <a:t>06.08.2025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EFD5EFD-C73F-4D9A-BDD9-0FB3E0E190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CC065E1-2854-4644-8BE6-64B85ADB970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B0922B-AC95-407B-9A06-1A1351A8156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943224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9C25A4-331B-4CD4-95C4-89EEB4BFD759}" type="datetimeFigureOut">
              <a:rPr lang="de-DE" smtClean="0"/>
              <a:t>06.08.2025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E88927-22E3-4DE7-94E5-F2F2BC8A842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8350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, dunkl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87090275-15F6-4A50-A0B3-D8838A69A87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-4115" y="-4266"/>
            <a:ext cx="12196115" cy="6862266"/>
          </a:xfrm>
          <a:noFill/>
          <a:ln>
            <a:noFill/>
          </a:ln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0" name="Textplatzhalter 9">
            <a:extLst>
              <a:ext uri="{FF2B5EF4-FFF2-40B4-BE49-F238E27FC236}">
                <a16:creationId xmlns:a16="http://schemas.microsoft.com/office/drawing/2014/main" id="{1845AB65-8AFF-4E7F-9C0D-35DCCABE40D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531813" y="6035041"/>
            <a:ext cx="4545446" cy="518091"/>
          </a:xfrm>
        </p:spPr>
        <p:txBody>
          <a:bodyPr anchor="b" anchorCtr="0">
            <a:no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AOK. Die Gesundheitskasse.</a:t>
            </a:r>
          </a:p>
        </p:txBody>
      </p:sp>
      <p:sp>
        <p:nvSpPr>
          <p:cNvPr id="21" name="Textplatzhalter 9">
            <a:extLst>
              <a:ext uri="{FF2B5EF4-FFF2-40B4-BE49-F238E27FC236}">
                <a16:creationId xmlns:a16="http://schemas.microsoft.com/office/drawing/2014/main" id="{CA7CEA14-15FA-432A-92AD-462DD6B53B0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7876309" y="6036450"/>
            <a:ext cx="3747366" cy="518091"/>
          </a:xfrm>
          <a:noFill/>
        </p:spPr>
        <p:txBody>
          <a:bodyPr anchor="b" anchorCtr="0">
            <a:noAutofit/>
          </a:bodyPr>
          <a:lstStyle>
            <a:lvl1pPr algn="r">
              <a:spcBef>
                <a:spcPts val="0"/>
              </a:spcBef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Geschäftsbereich</a:t>
            </a:r>
          </a:p>
          <a:p>
            <a:pPr lvl="0"/>
            <a:r>
              <a:rPr lang="de-DE" dirty="0"/>
              <a:t>23.03.2021 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4440F751-F1B1-4184-AC41-4E5522B1A3D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531813" y="1603429"/>
            <a:ext cx="11091861" cy="2111066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24" name="Untertitel 2">
            <a:extLst>
              <a:ext uri="{FF2B5EF4-FFF2-40B4-BE49-F238E27FC236}">
                <a16:creationId xmlns:a16="http://schemas.microsoft.com/office/drawing/2014/main" id="{08777931-BF26-4942-B1F5-57DA3641ECE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531813" y="3704400"/>
            <a:ext cx="11091861" cy="1495794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rgbClr val="50EB5D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45396BF-EB95-4D09-ABF2-4AFD8070284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777970" y="366293"/>
            <a:ext cx="1845705" cy="57071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9F6632B2-A494-4AB8-9BCC-FFAE08706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31813" y="5246997"/>
            <a:ext cx="1710000" cy="284630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Version</a:t>
            </a:r>
          </a:p>
        </p:txBody>
      </p:sp>
    </p:spTree>
    <p:extLst>
      <p:ext uri="{BB962C8B-B14F-4D97-AF65-F5344CB8AC3E}">
        <p14:creationId xmlns:p14="http://schemas.microsoft.com/office/powerpoint/2010/main" val="3944092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, hell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8C97E1AC-4A6C-496A-AA95-558B83F4A68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8EFDE1AE-A037-4805-9646-7E9F3D626A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76800" y="6036450"/>
            <a:ext cx="3747366" cy="518091"/>
          </a:xfrm>
        </p:spPr>
        <p:txBody>
          <a:bodyPr anchor="b" anchorCtr="0">
            <a:no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1600" b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de-DE" dirty="0"/>
              <a:t>Geschäftsbereich</a:t>
            </a:r>
          </a:p>
          <a:p>
            <a:pPr lvl="0"/>
            <a:r>
              <a:rPr lang="de-DE" dirty="0"/>
              <a:t>23.03.2021 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CE0FD002-BC2D-4EC6-9899-BCD3740930C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7372" y="6036450"/>
            <a:ext cx="4541676" cy="518091"/>
          </a:xfrm>
        </p:spPr>
        <p:txBody>
          <a:bodyPr anchor="b" anchorCtr="0">
            <a:no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AOK. Die Gesundheitskasse.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0CD3F88-891E-4A06-9706-3CFD4BDCD3D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77600" y="367200"/>
            <a:ext cx="1846800" cy="55115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C6605B27-C8AF-4CCF-ADB6-D51FE59770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531813" y="1603429"/>
            <a:ext cx="11091861" cy="2111066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5400">
                <a:solidFill>
                  <a:schemeClr val="bg2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3" name="Untertitel 2">
            <a:extLst>
              <a:ext uri="{FF2B5EF4-FFF2-40B4-BE49-F238E27FC236}">
                <a16:creationId xmlns:a16="http://schemas.microsoft.com/office/drawing/2014/main" id="{20727200-880F-4250-94BC-894A848C5EF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531813" y="3704400"/>
            <a:ext cx="11091861" cy="1495794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43B869A-41B0-453D-B552-273CF3201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31813" y="5245491"/>
            <a:ext cx="1710000" cy="284630"/>
          </a:xfr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Version</a:t>
            </a:r>
          </a:p>
        </p:txBody>
      </p:sp>
    </p:spTree>
    <p:extLst>
      <p:ext uri="{BB962C8B-B14F-4D97-AF65-F5344CB8AC3E}">
        <p14:creationId xmlns:p14="http://schemas.microsoft.com/office/powerpoint/2010/main" val="17348609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, grün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81BB3203-C363-4148-836A-4D530799BE4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C694F3AB-2137-4E04-8FC4-2C34D388DCA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7876800" y="6036450"/>
            <a:ext cx="3747366" cy="518091"/>
          </a:xfrm>
        </p:spPr>
        <p:txBody>
          <a:bodyPr anchor="b" anchorCtr="0">
            <a:no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Geschäftsbereich</a:t>
            </a:r>
          </a:p>
          <a:p>
            <a:pPr lvl="0"/>
            <a:r>
              <a:rPr lang="de-DE"/>
              <a:t>Datum</a:t>
            </a:r>
            <a:endParaRPr lang="de-DE" dirty="0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E78C8315-ABD7-4D7D-A207-4E35DDE9DA9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531057" y="6036450"/>
            <a:ext cx="4545446" cy="518091"/>
          </a:xfrm>
        </p:spPr>
        <p:txBody>
          <a:bodyPr anchor="b" anchorCtr="0">
            <a:no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AOK. Die Gesundheitskasse.</a:t>
            </a:r>
          </a:p>
        </p:txBody>
      </p:sp>
      <p:sp>
        <p:nvSpPr>
          <p:cNvPr id="16" name="Untertitel 2">
            <a:extLst>
              <a:ext uri="{FF2B5EF4-FFF2-40B4-BE49-F238E27FC236}">
                <a16:creationId xmlns:a16="http://schemas.microsoft.com/office/drawing/2014/main" id="{28E5BB5A-921E-4778-B6BD-995E235A051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531057" y="2977200"/>
            <a:ext cx="11085578" cy="1495794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rgbClr val="50EB5D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B82AF6B0-E404-465A-874D-CB534032D2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531057" y="4521891"/>
            <a:ext cx="2449348" cy="284630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Version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DF67960-46BA-4036-949F-C50B20A1DC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057" y="1495101"/>
            <a:ext cx="11083193" cy="1495794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D4363FB-C412-413B-9FAB-80696506F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7600" y="367200"/>
            <a:ext cx="1846803" cy="571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738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, weiß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9">
            <a:extLst>
              <a:ext uri="{FF2B5EF4-FFF2-40B4-BE49-F238E27FC236}">
                <a16:creationId xmlns:a16="http://schemas.microsoft.com/office/drawing/2014/main" id="{5A4F22C9-1654-4790-B53A-D4CC942D986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814" y="6036450"/>
            <a:ext cx="4545446" cy="518091"/>
          </a:xfrm>
        </p:spPr>
        <p:txBody>
          <a:bodyPr anchor="b" anchorCtr="0">
            <a:no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AOK. Die Gesundheitskasse.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A479DC7-18B8-4039-89CD-AEA013905A6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76800" y="6036450"/>
            <a:ext cx="3747366" cy="518091"/>
          </a:xfrm>
        </p:spPr>
        <p:txBody>
          <a:bodyPr anchor="b" anchorCtr="0">
            <a:no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Geschäftsbereich</a:t>
            </a:r>
          </a:p>
          <a:p>
            <a:pPr lvl="0"/>
            <a:r>
              <a:rPr lang="de-DE" dirty="0"/>
              <a:t>23.03.2021 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9975A18-BEA9-4D18-BA6A-009614974D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777600" y="367200"/>
            <a:ext cx="1847708" cy="572400"/>
          </a:xfrm>
          <a:prstGeom prst="rect">
            <a:avLst/>
          </a:prstGeom>
        </p:spPr>
      </p:pic>
      <p:sp>
        <p:nvSpPr>
          <p:cNvPr id="11" name="Untertitel 2">
            <a:extLst>
              <a:ext uri="{FF2B5EF4-FFF2-40B4-BE49-F238E27FC236}">
                <a16:creationId xmlns:a16="http://schemas.microsoft.com/office/drawing/2014/main" id="{8E5C30D8-2BCD-47AB-9013-AA50AB6CA62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531057" y="2977200"/>
            <a:ext cx="11085578" cy="1495794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ED52791E-8EC4-4B0B-805F-D6370AE70C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white">
          <a:xfrm>
            <a:off x="531057" y="4521891"/>
            <a:ext cx="2449348" cy="284630"/>
          </a:xfr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Version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A04ADD58-27DD-45B1-B7C2-84C0908B3D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057" y="1495101"/>
            <a:ext cx="11083193" cy="1495794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5400">
                <a:solidFill>
                  <a:schemeClr val="bg2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21988478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grün 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8C5D2399-B72C-459F-A7BA-310AFD0615F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82590" y="0"/>
            <a:ext cx="6009409" cy="6858000"/>
          </a:xfrm>
          <a:ln>
            <a:noFill/>
          </a:ln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6F07EB19-265A-42E0-A495-94727F79BED8}"/>
              </a:ext>
            </a:extLst>
          </p:cNvPr>
          <p:cNvSpPr/>
          <p:nvPr/>
        </p:nvSpPr>
        <p:spPr>
          <a:xfrm>
            <a:off x="0" y="0"/>
            <a:ext cx="618259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CDD8C261-14CD-41F2-8438-8767709F8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7876309" y="6036450"/>
            <a:ext cx="3747366" cy="518091"/>
          </a:xfrm>
        </p:spPr>
        <p:txBody>
          <a:bodyPr anchor="b" anchorCtr="0">
            <a:no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1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Geschäftsbereich</a:t>
            </a:r>
          </a:p>
          <a:p>
            <a:pPr lvl="0"/>
            <a:r>
              <a:rPr lang="de-DE" dirty="0"/>
              <a:t>23.03.2021 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FC0D7BFB-D231-4519-8F2B-8CC98C548BB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534946" y="6036450"/>
            <a:ext cx="4545446" cy="518091"/>
          </a:xfrm>
        </p:spPr>
        <p:txBody>
          <a:bodyPr anchor="b" anchorCtr="0">
            <a:no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AOK. Die Gesundheitskasse.</a:t>
            </a:r>
          </a:p>
        </p:txBody>
      </p:sp>
      <p:sp>
        <p:nvSpPr>
          <p:cNvPr id="11" name="Textplatzhalter 4">
            <a:extLst>
              <a:ext uri="{FF2B5EF4-FFF2-40B4-BE49-F238E27FC236}">
                <a16:creationId xmlns:a16="http://schemas.microsoft.com/office/drawing/2014/main" id="{EFBEBADF-57C3-4FCA-A056-47D977B531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4946" y="521195"/>
            <a:ext cx="1809288" cy="55945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B13D2689-086F-4081-85FF-0294A83793A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4946" y="1521278"/>
            <a:ext cx="5112000" cy="1569660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5" name="Untertitel 2">
            <a:extLst>
              <a:ext uri="{FF2B5EF4-FFF2-40B4-BE49-F238E27FC236}">
                <a16:creationId xmlns:a16="http://schemas.microsoft.com/office/drawing/2014/main" id="{FDF15B46-0E4D-4410-B1FA-F68A4F7E5C0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4946" y="3078000"/>
            <a:ext cx="5106881" cy="1107996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000">
                <a:solidFill>
                  <a:srgbClr val="50EB5D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</a:p>
        </p:txBody>
      </p:sp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A7641F7D-765B-444D-9B02-EBB4B005ADB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946" y="4233735"/>
            <a:ext cx="2449348" cy="284630"/>
          </a:xfrm>
        </p:spPr>
        <p:txBody>
          <a:bodyPr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Version </a:t>
            </a:r>
          </a:p>
        </p:txBody>
      </p:sp>
    </p:spTree>
    <p:extLst>
      <p:ext uri="{BB962C8B-B14F-4D97-AF65-F5344CB8AC3E}">
        <p14:creationId xmlns:p14="http://schemas.microsoft.com/office/powerpoint/2010/main" val="457274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29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weiß mi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ildplatzhalter 5">
            <a:extLst>
              <a:ext uri="{FF2B5EF4-FFF2-40B4-BE49-F238E27FC236}">
                <a16:creationId xmlns:a16="http://schemas.microsoft.com/office/drawing/2014/main" id="{8C5D2399-B72C-459F-A7BA-310AFD0615F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172200" y="0"/>
            <a:ext cx="60198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B716A4D0-27B2-44CE-BCBE-2BC27AB46E6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76309" y="6036450"/>
            <a:ext cx="3747366" cy="518091"/>
          </a:xfrm>
        </p:spPr>
        <p:txBody>
          <a:bodyPr anchor="b" anchorCtr="0">
            <a:noAutofit/>
          </a:bodyPr>
          <a:lstStyle>
            <a:lvl1pPr algn="r">
              <a:lnSpc>
                <a:spcPct val="110000"/>
              </a:lnSpc>
              <a:spcBef>
                <a:spcPts val="0"/>
              </a:spcBef>
              <a:defRPr sz="1600" b="0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Geschäftsbereich</a:t>
            </a:r>
          </a:p>
          <a:p>
            <a:pPr lvl="0"/>
            <a:r>
              <a:rPr lang="de-DE" dirty="0"/>
              <a:t>23.03.2021 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233ED22B-5409-4DE9-A940-B5EE90A352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813" y="6036450"/>
            <a:ext cx="4545446" cy="518091"/>
          </a:xfrm>
        </p:spPr>
        <p:txBody>
          <a:bodyPr anchor="b" anchorCtr="0">
            <a:noAutofit/>
          </a:bodyPr>
          <a:lstStyle>
            <a:lvl1pPr algn="l">
              <a:lnSpc>
                <a:spcPct val="110000"/>
              </a:lnSpc>
              <a:spcBef>
                <a:spcPts val="0"/>
              </a:spcBef>
              <a:defRPr sz="16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AOK. Die Gesundheitskasse.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4E7E0875-4B7E-4E1A-B909-136FFFEDB97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1813" y="521196"/>
            <a:ext cx="1805934" cy="559459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DADE93C4-AFB8-4501-BB5F-9ADF0ECE983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4946" y="1521278"/>
            <a:ext cx="5112000" cy="1569660"/>
          </a:xfrm>
        </p:spPr>
        <p:txBody>
          <a:bodyPr anchor="b" anchorCtr="0">
            <a:noAutofit/>
          </a:bodyPr>
          <a:lstStyle>
            <a:lvl1pPr algn="l">
              <a:lnSpc>
                <a:spcPct val="90000"/>
              </a:lnSpc>
              <a:defRPr sz="4000">
                <a:solidFill>
                  <a:schemeClr val="bg2"/>
                </a:solidFill>
              </a:defRPr>
            </a:lvl1pPr>
          </a:lstStyle>
          <a:p>
            <a:r>
              <a:rPr lang="de-DE" dirty="0"/>
              <a:t>Titel</a:t>
            </a:r>
          </a:p>
        </p:txBody>
      </p:sp>
      <p:sp>
        <p:nvSpPr>
          <p:cNvPr id="16" name="Untertitel 2">
            <a:extLst>
              <a:ext uri="{FF2B5EF4-FFF2-40B4-BE49-F238E27FC236}">
                <a16:creationId xmlns:a16="http://schemas.microsoft.com/office/drawing/2014/main" id="{C8C72064-69F4-41A2-BE07-D0B4C54B7E4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4946" y="3078000"/>
            <a:ext cx="5106881" cy="1107996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400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</a:t>
            </a: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FE5C9651-C8CB-4CC4-A903-1A98FA8C149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946" y="4233735"/>
            <a:ext cx="2449348" cy="284630"/>
          </a:xfrm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Version </a:t>
            </a:r>
          </a:p>
        </p:txBody>
      </p:sp>
    </p:spTree>
    <p:extLst>
      <p:ext uri="{BB962C8B-B14F-4D97-AF65-F5344CB8AC3E}">
        <p14:creationId xmlns:p14="http://schemas.microsoft.com/office/powerpoint/2010/main" val="346996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3BB6FA4B-76A1-4E3E-9C1E-8804DA7AF03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96051554-5AD2-425D-ADFE-C1CF3BA6F0E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AFED49C0-07BE-4062-82AD-BADE94294BF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Inhaltsplatzhalter 7">
            <a:extLst>
              <a:ext uri="{FF2B5EF4-FFF2-40B4-BE49-F238E27FC236}">
                <a16:creationId xmlns:a16="http://schemas.microsoft.com/office/drawing/2014/main" id="{E20627DD-CF1A-45B3-81AB-34B5BEA2E904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7882" y="1786816"/>
            <a:ext cx="11084850" cy="4248000"/>
          </a:xfrm>
        </p:spPr>
        <p:txBody>
          <a:bodyPr numCol="1" spcCol="0"/>
          <a:lstStyle>
            <a:lvl1pPr marL="431989" indent="-431989">
              <a:spcBef>
                <a:spcPts val="1200"/>
              </a:spcBef>
              <a:buFont typeface="+mj-lt"/>
              <a:buAutoNum type="arabicPeriod"/>
              <a:defRPr sz="1800">
                <a:solidFill>
                  <a:schemeClr val="tx1"/>
                </a:solidFill>
                <a:latin typeface="+mj-lt"/>
              </a:defRPr>
            </a:lvl1pPr>
            <a:lvl2pPr marL="0" indent="0">
              <a:spcBef>
                <a:spcPts val="300"/>
              </a:spcBef>
              <a:buFontTx/>
              <a:buNone/>
              <a:defRPr sz="1800">
                <a:solidFill>
                  <a:schemeClr val="tx1"/>
                </a:solidFill>
              </a:defRPr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D6B8693-5F84-4826-BA1C-EB694EE1F2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35157002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2" userDrawn="1">
          <p15:clr>
            <a:srgbClr val="FBAE40"/>
          </p15:clr>
        </p15:guide>
        <p15:guide id="2" orient="horz" pos="4186" userDrawn="1">
          <p15:clr>
            <a:srgbClr val="FBAE40"/>
          </p15:clr>
        </p15:guide>
        <p15:guide id="3" orient="horz" pos="72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ennfolie, dunkl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804AA01-EE90-431B-8719-89B12245BD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6" name="Textplatzhalter 4">
            <a:extLst>
              <a:ext uri="{FF2B5EF4-FFF2-40B4-BE49-F238E27FC236}">
                <a16:creationId xmlns:a16="http://schemas.microsoft.com/office/drawing/2014/main" id="{B1D75816-A06C-40DE-ADE2-C02E24C9CDC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385992" y="372208"/>
            <a:ext cx="1235869" cy="38417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36F6450-F02E-42DA-A75E-DAF6A54D03C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108" y="1864800"/>
            <a:ext cx="3506375" cy="70055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1.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9B9F7BF-39C7-4B47-AE9C-FE706CF0C1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813" y="2565353"/>
            <a:ext cx="8359939" cy="2954655"/>
          </a:xfrm>
        </p:spPr>
        <p:txBody>
          <a:bodyPr anchor="t"/>
          <a:lstStyle>
            <a:lvl1pPr>
              <a:lnSpc>
                <a:spcPct val="85000"/>
              </a:lnSpc>
              <a:defRPr sz="4800">
                <a:solidFill>
                  <a:srgbClr val="50EB5D"/>
                </a:solidFill>
              </a:defRPr>
            </a:lvl1pPr>
          </a:lstStyle>
          <a:p>
            <a:r>
              <a:rPr lang="de-DE" dirty="0" err="1"/>
              <a:t>Kapiteltrenner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9646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ennfolie, hell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804AA01-EE90-431B-8719-89B12245BD0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6" name="Textplatzhalter 8">
            <a:extLst>
              <a:ext uri="{FF2B5EF4-FFF2-40B4-BE49-F238E27FC236}">
                <a16:creationId xmlns:a16="http://schemas.microsoft.com/office/drawing/2014/main" id="{5820C90E-2107-4D6E-B0AA-34BA9BE63E4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108" y="1864800"/>
            <a:ext cx="3506375" cy="70055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1.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A6E9A9-32DD-42BB-A859-692C2CC93B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813" y="2565353"/>
            <a:ext cx="8359939" cy="2954655"/>
          </a:xfrm>
        </p:spPr>
        <p:txBody>
          <a:bodyPr anchor="t"/>
          <a:lstStyle>
            <a:lvl1pPr>
              <a:lnSpc>
                <a:spcPct val="85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de-DE" dirty="0" err="1"/>
              <a:t>Kapiteltrenner</a:t>
            </a:r>
            <a:endParaRPr lang="de-DE" dirty="0"/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71229B49-CD6C-4FFD-ACB2-D634CAC2B9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384631" y="370681"/>
            <a:ext cx="1235869" cy="38417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>
              <a:defRPr sz="100">
                <a:solidFill>
                  <a:srgbClr val="FF0000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28775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ennfolie, grün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4D1DB053-584E-4FB2-B7EE-CB243EB4391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6" name="Textplatzhalter 8">
            <a:extLst>
              <a:ext uri="{FF2B5EF4-FFF2-40B4-BE49-F238E27FC236}">
                <a16:creationId xmlns:a16="http://schemas.microsoft.com/office/drawing/2014/main" id="{FACED8F1-CEDB-49EC-9643-01108A5E3BB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44442" y="1864800"/>
            <a:ext cx="3506375" cy="70055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1.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594F19F-DBAC-410C-952B-29CA1F372D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6147" y="2565353"/>
            <a:ext cx="8359939" cy="2954655"/>
          </a:xfrm>
        </p:spPr>
        <p:txBody>
          <a:bodyPr anchor="t"/>
          <a:lstStyle>
            <a:lvl1pPr>
              <a:lnSpc>
                <a:spcPct val="85000"/>
              </a:lnSpc>
              <a:defRPr sz="4800">
                <a:solidFill>
                  <a:srgbClr val="50EB5D"/>
                </a:solidFill>
              </a:defRPr>
            </a:lvl1pPr>
          </a:lstStyle>
          <a:p>
            <a:r>
              <a:rPr lang="de-DE" dirty="0" err="1"/>
              <a:t>Kapiteltrenner</a:t>
            </a:r>
            <a:endParaRPr lang="de-DE" dirty="0"/>
          </a:p>
        </p:txBody>
      </p:sp>
      <p:sp>
        <p:nvSpPr>
          <p:cNvPr id="7" name="Textplatzhalter 4">
            <a:extLst>
              <a:ext uri="{FF2B5EF4-FFF2-40B4-BE49-F238E27FC236}">
                <a16:creationId xmlns:a16="http://schemas.microsoft.com/office/drawing/2014/main" id="{CB4B718F-50D1-488F-B836-0478D8E444D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378848" y="372208"/>
            <a:ext cx="1244510" cy="384821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/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3437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ennfolie, weiß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platzhalter 8">
            <a:extLst>
              <a:ext uri="{FF2B5EF4-FFF2-40B4-BE49-F238E27FC236}">
                <a16:creationId xmlns:a16="http://schemas.microsoft.com/office/drawing/2014/main" id="{12C76DED-8CDE-4257-8430-7853A465D7E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0108" y="1864800"/>
            <a:ext cx="3506375" cy="70055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1.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54DA53-6857-4927-9C7E-C7350EFBDF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813" y="2565353"/>
            <a:ext cx="8359939" cy="2954655"/>
          </a:xfrm>
        </p:spPr>
        <p:txBody>
          <a:bodyPr anchor="t"/>
          <a:lstStyle>
            <a:lvl1pPr>
              <a:lnSpc>
                <a:spcPct val="85000"/>
              </a:lnSpc>
              <a:defRPr sz="4800">
                <a:solidFill>
                  <a:schemeClr val="tx2"/>
                </a:solidFill>
              </a:defRPr>
            </a:lvl1pPr>
          </a:lstStyle>
          <a:p>
            <a:r>
              <a:rPr lang="de-DE" dirty="0" err="1"/>
              <a:t>Kapiteltrenner</a:t>
            </a:r>
            <a:endParaRPr lang="de-DE" dirty="0"/>
          </a:p>
        </p:txBody>
      </p:sp>
      <p:sp>
        <p:nvSpPr>
          <p:cNvPr id="8" name="Textplatzhalter 3">
            <a:extLst>
              <a:ext uri="{FF2B5EF4-FFF2-40B4-BE49-F238E27FC236}">
                <a16:creationId xmlns:a16="http://schemas.microsoft.com/office/drawing/2014/main" id="{AB8CBCBB-3C22-40AF-93E0-0E02BC1A723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384631" y="370681"/>
            <a:ext cx="1235869" cy="38417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>
              <a:defRPr sz="100">
                <a:solidFill>
                  <a:srgbClr val="FF0000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7133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rennfolie, großes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31C813A-28B1-41D5-9A02-75841D67083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8D2DE6C8-6E8E-401E-BAA5-A15206F652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579476" y="1864800"/>
            <a:ext cx="5042613" cy="69084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spcBef>
                <a:spcPts val="0"/>
              </a:spcBef>
              <a:defRPr sz="48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1.</a:t>
            </a:r>
          </a:p>
        </p:txBody>
      </p:sp>
      <p:sp>
        <p:nvSpPr>
          <p:cNvPr id="6" name="Textplatzhalter 3">
            <a:extLst>
              <a:ext uri="{FF2B5EF4-FFF2-40B4-BE49-F238E27FC236}">
                <a16:creationId xmlns:a16="http://schemas.microsoft.com/office/drawing/2014/main" id="{84078108-2B01-4ECF-B0D1-5D187D4CF15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384631" y="370681"/>
            <a:ext cx="1235869" cy="384176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/>
          <a:lstStyle>
            <a:lvl1pPr>
              <a:defRPr sz="100">
                <a:solidFill>
                  <a:srgbClr val="FF0000"/>
                </a:solidFill>
              </a:defRPr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5328135-CC96-4D0F-84A2-560A1267CE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79475" y="2555645"/>
            <a:ext cx="5042614" cy="3149195"/>
          </a:xfrm>
        </p:spPr>
        <p:txBody>
          <a:bodyPr anchor="t"/>
          <a:lstStyle>
            <a:lvl1pPr>
              <a:defRPr sz="4800">
                <a:solidFill>
                  <a:schemeClr val="tx2"/>
                </a:solidFill>
              </a:defRPr>
            </a:lvl1pPr>
          </a:lstStyle>
          <a:p>
            <a:r>
              <a:rPr lang="de-DE" dirty="0" err="1"/>
              <a:t>Kapiteltrenner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7735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44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Inhalt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0CC662-007D-49AA-B1B3-A4353A321A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1813" y="6488019"/>
            <a:ext cx="680398" cy="154081"/>
          </a:xfrm>
        </p:spPr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DCF29E-20BD-4236-9E8B-E9CA25F01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79420E3-CAFC-4934-AF5A-B29B136A9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0C8BD9AA-4F7F-4866-9C5F-3D171AB3086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1813" y="1781174"/>
            <a:ext cx="10080000" cy="4253865"/>
          </a:xfrm>
        </p:spPr>
        <p:txBody>
          <a:bodyPr/>
          <a:lstStyle>
            <a:lvl1pPr>
              <a:spcBef>
                <a:spcPts val="0"/>
              </a:spcBef>
              <a:spcAft>
                <a:spcPts val="400"/>
              </a:spcAft>
              <a:defRPr/>
            </a:lvl1pPr>
            <a:lvl2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lvl2pPr>
            <a:lvl3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lvl3pPr>
            <a:lvl4pPr>
              <a:lnSpc>
                <a:spcPct val="110000"/>
              </a:lnSpc>
              <a:spcBef>
                <a:spcPts val="0"/>
              </a:spcBef>
              <a:spcAft>
                <a:spcPts val="100"/>
              </a:spcAft>
              <a:defRPr/>
            </a:lvl4pPr>
            <a:lvl5pPr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  <a:defRPr/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6206876-2874-465A-B06B-FB81D809FF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06321C79-7D6E-4AFD-9783-7306A6DEDA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</p:spTree>
    <p:extLst>
      <p:ext uri="{BB962C8B-B14F-4D97-AF65-F5344CB8AC3E}">
        <p14:creationId xmlns:p14="http://schemas.microsoft.com/office/powerpoint/2010/main" val="15376375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5" userDrawn="1">
          <p15:clr>
            <a:srgbClr val="FBAE40"/>
          </p15:clr>
        </p15:guide>
        <p15:guide id="2" pos="6684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  <p15:guide id="4" orient="horz" pos="1122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vier Untertitel, vier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3A7EE50-4DC3-4A06-82B7-ADD819B8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8E2E90-2EE6-4F5C-8BAE-1CB8C010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2CA8DA-4F14-4408-9C74-85216776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970E1B53-3F2D-452D-9A86-A1F79C07559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34194" y="2212068"/>
            <a:ext cx="5364000" cy="1440000"/>
          </a:xfrm>
        </p:spPr>
        <p:txBody>
          <a:bodyPr lIns="108000" tIns="144000" rIns="10800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144E4C8-FB14-47EB-BF80-40E96E12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10" name="Inhaltsplatzhalter 11">
            <a:extLst>
              <a:ext uri="{FF2B5EF4-FFF2-40B4-BE49-F238E27FC236}">
                <a16:creationId xmlns:a16="http://schemas.microsoft.com/office/drawing/2014/main" id="{229779A9-DC1E-5445-A3DD-6FF44511FBB6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34194" y="1780068"/>
            <a:ext cx="5364000" cy="432000"/>
          </a:xfrm>
          <a:solidFill>
            <a:schemeClr val="bg2"/>
          </a:solidFill>
        </p:spPr>
        <p:txBody>
          <a:bodyPr lIns="108000" tIns="72000" rIns="108000" bIns="72000"/>
          <a:lstStyle>
            <a:lvl1pPr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1" name="Inhaltsplatzhalter 11">
            <a:extLst>
              <a:ext uri="{FF2B5EF4-FFF2-40B4-BE49-F238E27FC236}">
                <a16:creationId xmlns:a16="http://schemas.microsoft.com/office/drawing/2014/main" id="{FDB32CE9-56CA-7042-8AD0-6D1E638EFB8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34194" y="4592091"/>
            <a:ext cx="5364000" cy="1440000"/>
          </a:xfrm>
        </p:spPr>
        <p:txBody>
          <a:bodyPr lIns="108000" tIns="144000" rIns="10800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6E09E056-EFE2-7F4A-AA44-78803AC166E9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34194" y="4160091"/>
            <a:ext cx="5364000" cy="432000"/>
          </a:xfrm>
          <a:solidFill>
            <a:schemeClr val="bg2"/>
          </a:solidFill>
        </p:spPr>
        <p:txBody>
          <a:bodyPr lIns="108000" tIns="72000" rIns="108000" bIns="72000"/>
          <a:lstStyle>
            <a:lvl1pPr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535A4A83-695C-3F48-8F36-FE76679C0BF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6259264" y="2212068"/>
            <a:ext cx="5364000" cy="1440000"/>
          </a:xfrm>
        </p:spPr>
        <p:txBody>
          <a:bodyPr lIns="108000" tIns="144000" rIns="10800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528CBD0B-4546-4448-B03A-7041BE95FAE8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6259264" y="1780068"/>
            <a:ext cx="5364000" cy="432000"/>
          </a:xfrm>
          <a:solidFill>
            <a:schemeClr val="bg2"/>
          </a:solidFill>
        </p:spPr>
        <p:txBody>
          <a:bodyPr lIns="108000" tIns="72000" rIns="108000" bIns="72000"/>
          <a:lstStyle>
            <a:lvl1pPr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7" name="Inhaltsplatzhalter 11">
            <a:extLst>
              <a:ext uri="{FF2B5EF4-FFF2-40B4-BE49-F238E27FC236}">
                <a16:creationId xmlns:a16="http://schemas.microsoft.com/office/drawing/2014/main" id="{624AA3E7-DD69-1944-B297-C94D2F89C39E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59264" y="4592091"/>
            <a:ext cx="5364000" cy="1440000"/>
          </a:xfrm>
        </p:spPr>
        <p:txBody>
          <a:bodyPr lIns="108000" tIns="144000" rIns="10800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18" name="Inhaltsplatzhalter 11">
            <a:extLst>
              <a:ext uri="{FF2B5EF4-FFF2-40B4-BE49-F238E27FC236}">
                <a16:creationId xmlns:a16="http://schemas.microsoft.com/office/drawing/2014/main" id="{2B3F99B9-79CE-7449-8A1E-63A020015C6A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6259264" y="4160091"/>
            <a:ext cx="5364000" cy="432000"/>
          </a:xfrm>
          <a:solidFill>
            <a:schemeClr val="bg2"/>
          </a:solidFill>
        </p:spPr>
        <p:txBody>
          <a:bodyPr lIns="108000" tIns="72000" rIns="108000" bIns="72000"/>
          <a:lstStyle>
            <a:lvl1pPr>
              <a:defRPr sz="1800">
                <a:solidFill>
                  <a:schemeClr val="bg1"/>
                </a:solidFill>
                <a:latin typeface="+mj-lt"/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Überschrift</a:t>
            </a:r>
          </a:p>
        </p:txBody>
      </p:sp>
      <p:sp>
        <p:nvSpPr>
          <p:cNvPr id="19" name="Textplatzhalter 6">
            <a:extLst>
              <a:ext uri="{FF2B5EF4-FFF2-40B4-BE49-F238E27FC236}">
                <a16:creationId xmlns:a16="http://schemas.microsoft.com/office/drawing/2014/main" id="{AE29161E-9A0C-4F57-AA18-982C0E3D9D7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448490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4" userDrawn="1">
          <p15:clr>
            <a:srgbClr val="FBAE40"/>
          </p15:clr>
        </p15:guide>
        <p15:guide id="2" orient="horz" pos="4186" userDrawn="1">
          <p15:clr>
            <a:srgbClr val="FBAE40"/>
          </p15:clr>
        </p15:guide>
        <p15:guide id="3" orient="horz" pos="1119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Inhalt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3A7EE50-4DC3-4A06-82B7-ADD819B8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8E2E90-2EE6-4F5C-8BAE-1CB8C010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2CA8DA-4F14-4408-9C74-85216776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A6465D2C-6D58-419D-A097-D037B21AABB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58999" y="1781175"/>
            <a:ext cx="5364000" cy="4248274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144E4C8-FB14-47EB-BF80-40E96E12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11" name="Bildplatzhalter 17">
            <a:extLst>
              <a:ext uri="{FF2B5EF4-FFF2-40B4-BE49-F238E27FC236}">
                <a16:creationId xmlns:a16="http://schemas.microsoft.com/office/drawing/2014/main" id="{DD44F5B9-9BA4-3A44-99F9-BCF8F52EB4B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32818" y="1781174"/>
            <a:ext cx="5364000" cy="4249493"/>
          </a:xfrm>
          <a:noFill/>
          <a:ln>
            <a:noFill/>
          </a:ln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B7789445-E09E-42A1-8171-3D5FF2DFBFF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8462015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5" userDrawn="1">
          <p15:clr>
            <a:srgbClr val="FBAE40"/>
          </p15:clr>
        </p15:guide>
        <p15:guide id="2" pos="3942" userDrawn="1">
          <p15:clr>
            <a:srgbClr val="FBAE40"/>
          </p15:clr>
        </p15:guide>
        <p15:guide id="3" pos="3716" userDrawn="1">
          <p15:clr>
            <a:srgbClr val="FBAE40"/>
          </p15:clr>
        </p15:guide>
        <p15:guide id="4" orient="horz" pos="1117" userDrawn="1">
          <p15:clr>
            <a:srgbClr val="FBAE40"/>
          </p15:clr>
        </p15:guide>
        <p15:guide id="5" orient="horz" pos="4186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Inhalt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3A7EE50-4DC3-4A06-82B7-ADD819B8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8E2E90-2EE6-4F5C-8BAE-1CB8C010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2CA8DA-4F14-4408-9C74-85216776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A6465D2C-6D58-419D-A097-D037B21AABB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4051" y="1781175"/>
            <a:ext cx="5364000" cy="424998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144E4C8-FB14-47EB-BF80-40E96E12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11" name="Bildplatzhalter 17">
            <a:extLst>
              <a:ext uri="{FF2B5EF4-FFF2-40B4-BE49-F238E27FC236}">
                <a16:creationId xmlns:a16="http://schemas.microsoft.com/office/drawing/2014/main" id="{DD44F5B9-9BA4-3A44-99F9-BCF8F52EB4B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58035" y="1781174"/>
            <a:ext cx="5364000" cy="4252425"/>
          </a:xfrm>
          <a:noFill/>
          <a:ln>
            <a:noFill/>
          </a:ln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E9B1A45E-A52E-4489-A51D-DF14AB27315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69372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5" userDrawn="1">
          <p15:clr>
            <a:srgbClr val="FBAE40"/>
          </p15:clr>
        </p15:guide>
        <p15:guide id="2" orient="horz" pos="1122" userDrawn="1">
          <p15:clr>
            <a:srgbClr val="FBAE40"/>
          </p15:clr>
        </p15:guide>
        <p15:guide id="3" pos="3942" userDrawn="1">
          <p15:clr>
            <a:srgbClr val="FBAE40"/>
          </p15:clr>
        </p15:guide>
        <p15:guide id="4" pos="3716" userDrawn="1">
          <p15:clr>
            <a:srgbClr val="FBAE40"/>
          </p15:clr>
        </p15:guide>
        <p15:guide id="5" orient="horz" pos="4186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3A7EE50-4DC3-4A06-82B7-ADD819B8B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8E2E90-2EE6-4F5C-8BAE-1CB8C0102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42CA8DA-4F14-4408-9C74-852167769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970E1B53-3F2D-452D-9A86-A1F79C07559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34133" y="1782000"/>
            <a:ext cx="5364000" cy="425285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A6465D2C-6D58-419D-A097-D037B21AABB7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6258076" y="1782000"/>
            <a:ext cx="5364000" cy="42540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5144E4C8-FB14-47EB-BF80-40E96E120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E7FD7125-0A02-41A3-802C-4C604E5AC0F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376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508709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1" userDrawn="1">
          <p15:clr>
            <a:srgbClr val="FBAE40"/>
          </p15:clr>
        </p15:guide>
        <p15:guide id="2" pos="3941" userDrawn="1">
          <p15:clr>
            <a:srgbClr val="FBAE40"/>
          </p15:clr>
        </p15:guide>
        <p15:guide id="3" pos="3716" userDrawn="1">
          <p15:clr>
            <a:srgbClr val="FBAE40"/>
          </p15:clr>
        </p15:guide>
        <p15:guide id="4" orient="horz" pos="4186" userDrawn="1">
          <p15:clr>
            <a:srgbClr val="FBAE40"/>
          </p15:clr>
        </p15:guide>
        <p15:guide id="5" orient="horz" pos="72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dr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D3DE711A-E492-44A3-B876-C5D79CE06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EFBB51-6294-4969-863C-CCC72A72B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69DB5D9-E6AA-4167-B0BB-01756BBD5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A935A2A9-CF1D-4FAD-8AE9-B477204726A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4193" y="1782000"/>
            <a:ext cx="3456000" cy="4252908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5" name="Inhaltsplatzhalter 13">
            <a:extLst>
              <a:ext uri="{FF2B5EF4-FFF2-40B4-BE49-F238E27FC236}">
                <a16:creationId xmlns:a16="http://schemas.microsoft.com/office/drawing/2014/main" id="{82D6E46D-AF11-4261-B8B5-3CFAB01684A8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349975" y="1782000"/>
            <a:ext cx="3456000" cy="42517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6" name="Inhaltsplatzhalter 13">
            <a:extLst>
              <a:ext uri="{FF2B5EF4-FFF2-40B4-BE49-F238E27FC236}">
                <a16:creationId xmlns:a16="http://schemas.microsoft.com/office/drawing/2014/main" id="{FB6C8960-A71A-4DEE-B920-42BBAE59C2F4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8165758" y="1782000"/>
            <a:ext cx="3456000" cy="4248124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86FD8C-D98F-44E7-B78B-E7BBE57874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DFAA0B77-ED09-4A38-A48D-01844CCA4E9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222025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4" userDrawn="1">
          <p15:clr>
            <a:srgbClr val="FBAE40"/>
          </p15:clr>
        </p15:guide>
        <p15:guide id="2" orient="horz" pos="1121" userDrawn="1">
          <p15:clr>
            <a:srgbClr val="FBAE40"/>
          </p15:clr>
        </p15:guide>
        <p15:guide id="3" pos="5142" userDrawn="1">
          <p15:clr>
            <a:srgbClr val="FBAE40"/>
          </p15:clr>
        </p15:guide>
        <p15:guide id="4" pos="4919" userDrawn="1">
          <p15:clr>
            <a:srgbClr val="FBAE40"/>
          </p15:clr>
        </p15:guide>
        <p15:guide id="5" pos="2739" userDrawn="1">
          <p15:clr>
            <a:srgbClr val="FBAE40"/>
          </p15:clr>
        </p15:guide>
        <p15:guide id="6" pos="2512" userDrawn="1">
          <p15:clr>
            <a:srgbClr val="FBAE40"/>
          </p15:clr>
        </p15:guide>
        <p15:guide id="7" orient="horz" pos="4185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groß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CA447AF3-9112-4E80-95D6-DA3EF951DC3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569026"/>
            <a:ext cx="12192000" cy="5292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716AB96-3FFB-4390-B84E-B778A7B5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5ADA85-1D7A-4978-A3BE-52C9BBFE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5D6FB5-FBAE-4505-B5ED-E456FBC7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AF86186-02C4-41B3-9E32-C6D994D5DF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</p:spTree>
    <p:extLst>
      <p:ext uri="{BB962C8B-B14F-4D97-AF65-F5344CB8AC3E}">
        <p14:creationId xmlns:p14="http://schemas.microsoft.com/office/powerpoint/2010/main" val="3032573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5" userDrawn="1">
          <p15:clr>
            <a:srgbClr val="FBAE40"/>
          </p15:clr>
        </p15:guide>
        <p15:guide id="2" orient="horz" pos="984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ollflächiges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DB35BDF-2357-4FB8-A393-44667C24A7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13A53BF-3872-4CB9-A3C4-529D763542B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AEDF33C-AD69-4F63-80C6-29038ACF9FB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BEF126A4-070B-48AA-980B-329F721F879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0A3D55C-C62B-482B-97A7-67402F68510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253283" y="368300"/>
            <a:ext cx="374852" cy="38446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9780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86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,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DB35BDF-2357-4FB8-A393-44667C24A7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134000" y="0"/>
            <a:ext cx="5058000" cy="6858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5DB306D6-6C8C-46C6-ADFA-B6135A3744E5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216989BC-3B1F-4E4B-82D3-8DA7D78223E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2599892-D0A5-4D8F-92D6-5A86DA10324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C55D1A-ECC3-4551-946B-244B72D2063F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31813" y="1765300"/>
            <a:ext cx="6045175" cy="3326245"/>
          </a:xfrm>
        </p:spPr>
        <p:txBody>
          <a:bodyPr/>
          <a:lstStyle>
            <a:lvl1pPr>
              <a:defRPr sz="3600" i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C0F6BCA-78EF-4C33-AD3D-7CA36F6D8D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1813" y="5358041"/>
            <a:ext cx="2917825" cy="221343"/>
          </a:xfrm>
        </p:spPr>
        <p:txBody>
          <a:bodyPr>
            <a:spAutoFit/>
          </a:bodyPr>
          <a:lstStyle>
            <a:lvl1pPr>
              <a:defRPr sz="1400"/>
            </a:lvl1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A14A801C-500F-42F7-9810-30F4CE0437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253283" y="368300"/>
            <a:ext cx="374852" cy="38446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150994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93" userDrawn="1">
          <p15:clr>
            <a:srgbClr val="FBAE40"/>
          </p15:clr>
        </p15:guide>
        <p15:guide id="2" pos="4143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,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DB35BDF-2357-4FB8-A393-44667C24A7E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2526" y="0"/>
            <a:ext cx="5058000" cy="6857999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C7A7DB9-9344-47DF-82CA-03627EA8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27F6EE4-D042-47D0-B7EB-F9AB05F4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F6986B-6172-483A-9DBB-D670814AC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D66992B-70FA-4EF3-B91E-D5D88861073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86663" y="1765300"/>
            <a:ext cx="6037463" cy="3326400"/>
          </a:xfrm>
        </p:spPr>
        <p:txBody>
          <a:bodyPr/>
          <a:lstStyle>
            <a:lvl1pPr>
              <a:defRPr sz="3600" i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15BD8298-60AC-4090-BB3E-F0693CA358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86663" y="5316477"/>
            <a:ext cx="2917825" cy="221343"/>
          </a:xfrm>
        </p:spPr>
        <p:txBody>
          <a:bodyPr>
            <a:spAutoFit/>
          </a:bodyPr>
          <a:lstStyle>
            <a:lvl1pPr algn="l">
              <a:defRPr sz="1400"/>
            </a:lvl1pPr>
          </a:lstStyle>
          <a:p>
            <a:pPr lvl="0"/>
            <a:r>
              <a:rPr lang="de-DE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5428203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79" userDrawn="1">
          <p15:clr>
            <a:srgbClr val="FBAE40"/>
          </p15:clr>
        </p15:guide>
        <p15:guide id="2" pos="3518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, grüner Hintergrund, Bil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4CBB0185-ED22-4EAE-8E99-E8F83FE5279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134000" y="0"/>
            <a:ext cx="5058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83D2220-C26F-4F41-A0A8-E65A1B65335C}"/>
              </a:ext>
            </a:extLst>
          </p:cNvPr>
          <p:cNvSpPr/>
          <p:nvPr/>
        </p:nvSpPr>
        <p:spPr>
          <a:xfrm>
            <a:off x="0" y="0"/>
            <a:ext cx="7134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C7A7DB9-9344-47DF-82CA-03627EA8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27F6EE4-D042-47D0-B7EB-F9AB05F4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F6986B-6172-483A-9DBB-D670814AC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4854FFF-8A75-42B3-A417-E69777D404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536303" y="1765300"/>
            <a:ext cx="6047898" cy="3326400"/>
          </a:xfrm>
        </p:spPr>
        <p:txBody>
          <a:bodyPr/>
          <a:lstStyle>
            <a:lvl1pPr>
              <a:defRPr sz="36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12" name="Textplatzhalter 3">
            <a:extLst>
              <a:ext uri="{FF2B5EF4-FFF2-40B4-BE49-F238E27FC236}">
                <a16:creationId xmlns:a16="http://schemas.microsoft.com/office/drawing/2014/main" id="{F522F79E-E991-49B2-8A10-443CEB5FCB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536303" y="5358041"/>
            <a:ext cx="2917825" cy="221343"/>
          </a:xfrm>
        </p:spPr>
        <p:txBody>
          <a:bodyPr>
            <a:spAutoFit/>
          </a:bodyPr>
          <a:lstStyle>
            <a:lvl1pPr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Name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86CDE91-7CD1-48F1-A154-CF50CE8A01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6333" y="371547"/>
            <a:ext cx="384463" cy="38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384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153" userDrawn="1">
          <p15:clr>
            <a:srgbClr val="FBAE40"/>
          </p15:clr>
        </p15:guide>
        <p15:guide id="2" pos="4494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, grüner Hintergrund, 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3">
            <a:extLst>
              <a:ext uri="{FF2B5EF4-FFF2-40B4-BE49-F238E27FC236}">
                <a16:creationId xmlns:a16="http://schemas.microsoft.com/office/drawing/2014/main" id="{2FE21C4A-6006-4EB9-99FE-F2453268507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5036847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3051BA91-193A-45F4-BF0B-0BA68E2079F4}"/>
              </a:ext>
            </a:extLst>
          </p:cNvPr>
          <p:cNvSpPr/>
          <p:nvPr/>
        </p:nvSpPr>
        <p:spPr>
          <a:xfrm>
            <a:off x="5036847" y="0"/>
            <a:ext cx="7155153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4854FFF-8A75-42B3-A417-E69777D404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5576847" y="1765300"/>
            <a:ext cx="6045885" cy="3326400"/>
          </a:xfrm>
        </p:spPr>
        <p:txBody>
          <a:bodyPr/>
          <a:lstStyle>
            <a:lvl1pPr>
              <a:defRPr sz="36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F22C23B5-2DDF-47F1-92F4-1CF64FA2FC6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EC4DFC41-8F66-442B-833A-2E8930BC734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6C57FFC7-3163-4AC3-8DA0-DE41D2D44FA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FDEAD942-1AC6-449D-BADE-4706E9D0A88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5576847" y="5358041"/>
            <a:ext cx="2917825" cy="221343"/>
          </a:xfrm>
        </p:spPr>
        <p:txBody>
          <a:bodyPr>
            <a:spAutoFit/>
          </a:bodyPr>
          <a:lstStyle>
            <a:lvl1pPr algn="l"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E09A390A-114A-4B46-AF1F-983FF1801C2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253283" y="368300"/>
            <a:ext cx="374852" cy="38446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24090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10" userDrawn="1">
          <p15:clr>
            <a:srgbClr val="FBAE40"/>
          </p15:clr>
        </p15:guide>
        <p15:guide id="2" pos="3172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, grün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47D8848-3EC9-4190-BA71-7CDD1E9923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t" anchorCtr="0"/>
          <a:lstStyle/>
          <a:p>
            <a:pPr algn="l"/>
            <a:endParaRPr lang="de-DE" dirty="0" err="1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4854FFF-8A75-42B3-A417-E69777D4047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9605" y="1765300"/>
            <a:ext cx="8280000" cy="3240000"/>
          </a:xfrm>
        </p:spPr>
        <p:txBody>
          <a:bodyPr/>
          <a:lstStyle>
            <a:lvl1pPr>
              <a:defRPr sz="36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Zitat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 amet</a:t>
            </a:r>
            <a:r>
              <a:rPr lang="de-DE" dirty="0"/>
              <a:t>, </a:t>
            </a:r>
            <a:r>
              <a:rPr lang="de-DE" dirty="0" err="1"/>
              <a:t>consetetur</a:t>
            </a:r>
            <a:r>
              <a:rPr lang="de-DE" dirty="0"/>
              <a:t> </a:t>
            </a:r>
            <a:r>
              <a:rPr lang="de-DE" dirty="0" err="1"/>
              <a:t>sadipscing</a:t>
            </a:r>
            <a:endParaRPr lang="de-DE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F22C23B5-2DDF-47F1-92F4-1CF64FA2FC6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EC4DFC41-8F66-442B-833A-2E8930BC734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34211" y="6488019"/>
            <a:ext cx="4771400" cy="153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6C57FFC7-3163-4AC3-8DA0-DE41D2D44FA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FDEAD942-1AC6-449D-BADE-4706E9D0A88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79606" y="5144033"/>
            <a:ext cx="2917825" cy="221343"/>
          </a:xfrm>
        </p:spPr>
        <p:txBody>
          <a:bodyPr>
            <a:spAutoFit/>
          </a:bodyPr>
          <a:lstStyle>
            <a:lvl1pPr algn="l"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4940AC85-9919-4AC8-8C27-F1D4944D7E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253283" y="368300"/>
            <a:ext cx="374852" cy="38446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354063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04" userDrawn="1">
          <p15:clr>
            <a:srgbClr val="FBAE40"/>
          </p15:clr>
        </p15:guide>
        <p15:guide id="2" pos="6023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, weißer Hintergr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C7A7DB9-9344-47DF-82CA-03627EA8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27F6EE4-D042-47D0-B7EB-F9AB05F4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F6986B-6172-483A-9DBB-D670814AC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D66992B-70FA-4EF3-B91E-D5D88861073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79605" y="1765300"/>
            <a:ext cx="8280000" cy="3276000"/>
          </a:xfrm>
        </p:spPr>
        <p:txBody>
          <a:bodyPr/>
          <a:lstStyle>
            <a:lvl1pPr>
              <a:defRPr sz="4800" i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7" name="Textplatzhalter 3">
            <a:extLst>
              <a:ext uri="{FF2B5EF4-FFF2-40B4-BE49-F238E27FC236}">
                <a16:creationId xmlns:a16="http://schemas.microsoft.com/office/drawing/2014/main" id="{15BD8298-60AC-4090-BB3E-F0693CA3587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79606" y="5144033"/>
            <a:ext cx="2917825" cy="221343"/>
          </a:xfrm>
        </p:spPr>
        <p:txBody>
          <a:bodyPr>
            <a:spAutoFit/>
          </a:bodyPr>
          <a:lstStyle>
            <a:lvl1pPr algn="l">
              <a:defRPr sz="1400"/>
            </a:lvl1pPr>
          </a:lstStyle>
          <a:p>
            <a:pPr lvl="0"/>
            <a:r>
              <a:rPr lang="de-DE" dirty="0"/>
              <a:t>Name</a:t>
            </a:r>
          </a:p>
        </p:txBody>
      </p:sp>
    </p:spTree>
    <p:extLst>
      <p:ext uri="{BB962C8B-B14F-4D97-AF65-F5344CB8AC3E}">
        <p14:creationId xmlns:p14="http://schemas.microsoft.com/office/powerpoint/2010/main" val="36856480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804" userDrawn="1">
          <p15:clr>
            <a:srgbClr val="FBAE40"/>
          </p15:clr>
        </p15:guide>
        <p15:guide id="2" pos="6028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Zitat auf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ildplatzhalter 7">
            <a:extLst>
              <a:ext uri="{FF2B5EF4-FFF2-40B4-BE49-F238E27FC236}">
                <a16:creationId xmlns:a16="http://schemas.microsoft.com/office/drawing/2014/main" id="{F1729221-9FD5-434A-8F23-C2054A7AE9E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C7A7DB9-9344-47DF-82CA-03627EA877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6101" y="6488021"/>
            <a:ext cx="680399" cy="1540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27F6EE4-D042-47D0-B7EB-F9AB05F4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F6986B-6172-483A-9DBB-D670814AC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D66992B-70FA-4EF3-B91E-D5D88861073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31813" y="1765300"/>
            <a:ext cx="5473798" cy="3276000"/>
          </a:xfrm>
        </p:spPr>
        <p:txBody>
          <a:bodyPr/>
          <a:lstStyle>
            <a:lvl1pPr>
              <a:defRPr sz="28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Zitat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99E3C022-5929-4C86-A586-8A45A212B88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1813" y="5186565"/>
            <a:ext cx="2917825" cy="221343"/>
          </a:xfrm>
        </p:spPr>
        <p:txBody>
          <a:bodyPr>
            <a:spAutoFit/>
          </a:bodyPr>
          <a:lstStyle>
            <a:lvl1pPr algn="l">
              <a:defRPr sz="1400"/>
            </a:lvl1pPr>
          </a:lstStyle>
          <a:p>
            <a:pPr lvl="0"/>
            <a:r>
              <a:rPr lang="de-DE" dirty="0"/>
              <a:t>Name</a:t>
            </a:r>
          </a:p>
        </p:txBody>
      </p:sp>
      <p:sp>
        <p:nvSpPr>
          <p:cNvPr id="10" name="Textplatzhalter 3">
            <a:extLst>
              <a:ext uri="{FF2B5EF4-FFF2-40B4-BE49-F238E27FC236}">
                <a16:creationId xmlns:a16="http://schemas.microsoft.com/office/drawing/2014/main" id="{2F2CB60C-30E2-4D66-9D24-A24AA3AA3F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253283" y="368300"/>
            <a:ext cx="374852" cy="384463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9605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84" userDrawn="1">
          <p15:clr>
            <a:srgbClr val="FBAE40"/>
          </p15:clr>
        </p15:guide>
        <p15:guide id="2" orient="horz" pos="4186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716AB96-3FFB-4390-B84E-B778A7B5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5ADA85-1D7A-4978-A3BE-52C9BBFE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5D6FB5-FBAE-4505-B5ED-E456FBC7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A839CC71-5A66-4024-AF53-356CCFD1EF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CD367723-C19E-4A48-8B07-20D0DB5CB1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42338562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5" userDrawn="1">
          <p15:clr>
            <a:srgbClr val="FBAE40"/>
          </p15:clr>
        </p15:guide>
        <p15:guide id="2" orient="horz" pos="4186" userDrawn="1">
          <p15:clr>
            <a:srgbClr val="FBAE40"/>
          </p15:clr>
        </p15:guide>
        <p15:guide id="3" orient="horz" pos="1121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drei Inhalte +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F770FE-DF98-4121-AF3E-53C54675F6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0AF40B6-2AA0-417C-BE3A-982F8796F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2AA9C6-39E3-425E-A4CB-9451D6E19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C3DBF1A-3A75-4EDE-BD7E-552C5DA04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2FE610F-9097-4239-8F6D-4E1D6613AF7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2845" y="4010890"/>
            <a:ext cx="3451599" cy="2021609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1988443F-2C70-431D-95AE-B5C6B856BA2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2777" y="4010890"/>
            <a:ext cx="3451599" cy="2021609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5" name="Textplatzhalter 12">
            <a:extLst>
              <a:ext uri="{FF2B5EF4-FFF2-40B4-BE49-F238E27FC236}">
                <a16:creationId xmlns:a16="http://schemas.microsoft.com/office/drawing/2014/main" id="{3E6FE9ED-9A0D-45D7-A662-8C4EC1E5784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172286" y="4010890"/>
            <a:ext cx="3451387" cy="2021609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ABE610A8-10D9-4147-A6E5-BABA0B95A58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32845" y="1779588"/>
            <a:ext cx="3451387" cy="1800225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8" name="Bildplatzhalter 16">
            <a:extLst>
              <a:ext uri="{FF2B5EF4-FFF2-40B4-BE49-F238E27FC236}">
                <a16:creationId xmlns:a16="http://schemas.microsoft.com/office/drawing/2014/main" id="{4A4C875C-48EA-418B-BF7D-8DE3AB59F4F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72286" y="1779588"/>
            <a:ext cx="3451387" cy="1800225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9" name="Bildplatzhalter 16">
            <a:extLst>
              <a:ext uri="{FF2B5EF4-FFF2-40B4-BE49-F238E27FC236}">
                <a16:creationId xmlns:a16="http://schemas.microsoft.com/office/drawing/2014/main" id="{1143D483-3782-4F2D-8C24-3B38911302F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352565" y="1779588"/>
            <a:ext cx="3451387" cy="180022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20" name="Textplatzhalter 6">
            <a:extLst>
              <a:ext uri="{FF2B5EF4-FFF2-40B4-BE49-F238E27FC236}">
                <a16:creationId xmlns:a16="http://schemas.microsoft.com/office/drawing/2014/main" id="{6F1E3E9C-BADC-4A6A-9D12-A6BA94B5252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2976906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4" userDrawn="1">
          <p15:clr>
            <a:srgbClr val="FBAE40"/>
          </p15:clr>
        </p15:guide>
        <p15:guide id="2" orient="horz" pos="1121" userDrawn="1">
          <p15:clr>
            <a:srgbClr val="FBAE40"/>
          </p15:clr>
        </p15:guide>
        <p15:guide id="3" orient="horz" pos="2257" userDrawn="1">
          <p15:clr>
            <a:srgbClr val="FBAE40"/>
          </p15:clr>
        </p15:guide>
        <p15:guide id="4" orient="horz" pos="2526" userDrawn="1">
          <p15:clr>
            <a:srgbClr val="FBAE40"/>
          </p15:clr>
        </p15:guide>
        <p15:guide id="5" pos="5145" userDrawn="1">
          <p15:clr>
            <a:srgbClr val="FBAE40"/>
          </p15:clr>
        </p15:guide>
        <p15:guide id="6" pos="4917" userDrawn="1">
          <p15:clr>
            <a:srgbClr val="FBAE40"/>
          </p15:clr>
        </p15:guide>
        <p15:guide id="7" pos="2741" userDrawn="1">
          <p15:clr>
            <a:srgbClr val="FBAE40"/>
          </p15:clr>
        </p15:guide>
        <p15:guide id="8" pos="2511" userDrawn="1">
          <p15:clr>
            <a:srgbClr val="FBAE40"/>
          </p15:clr>
        </p15:guide>
        <p15:guide id="9" orient="horz" pos="4186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Untertitel, zwei Inhalte +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ildplatzhalter 16">
            <a:extLst>
              <a:ext uri="{FF2B5EF4-FFF2-40B4-BE49-F238E27FC236}">
                <a16:creationId xmlns:a16="http://schemas.microsoft.com/office/drawing/2014/main" id="{4A4C875C-48EA-418B-BF7D-8DE3AB59F4F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69439" y="1778000"/>
            <a:ext cx="3450374" cy="4252120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82FE610F-9097-4239-8F6D-4E1D6613AF7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32913" y="1778000"/>
            <a:ext cx="3456000" cy="425212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1988443F-2C70-431D-95AE-B5C6B856BA2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352924" y="1778000"/>
            <a:ext cx="3454251" cy="4252120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EF770FE-DF98-4121-AF3E-53C54675F6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0AF40B6-2AA0-417C-BE3A-982F8796F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72AA9C6-39E3-425E-A4CB-9451D6E19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C3DBF1A-3A75-4EDE-BD7E-552C5DA04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6">
            <a:extLst>
              <a:ext uri="{FF2B5EF4-FFF2-40B4-BE49-F238E27FC236}">
                <a16:creationId xmlns:a16="http://schemas.microsoft.com/office/drawing/2014/main" id="{3B738EDE-AA7C-4D35-8A11-F946C2709BE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913665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5" userDrawn="1">
          <p15:clr>
            <a:srgbClr val="FBAE40"/>
          </p15:clr>
        </p15:guide>
        <p15:guide id="2" orient="horz" pos="1120" userDrawn="1">
          <p15:clr>
            <a:srgbClr val="FBAE40"/>
          </p15:clr>
        </p15:guide>
        <p15:guide id="3" pos="5143" userDrawn="1">
          <p15:clr>
            <a:srgbClr val="FBAE40"/>
          </p15:clr>
        </p15:guide>
        <p15:guide id="4" pos="4920" userDrawn="1">
          <p15:clr>
            <a:srgbClr val="FBAE40"/>
          </p15:clr>
        </p15:guide>
        <p15:guide id="5" pos="2514" userDrawn="1">
          <p15:clr>
            <a:srgbClr val="FBAE40"/>
          </p15:clr>
        </p15:guide>
        <p15:guide id="6" pos="2742" userDrawn="1">
          <p15:clr>
            <a:srgbClr val="FBAE40"/>
          </p15:clr>
        </p15:guide>
        <p15:guide id="7" orient="horz" pos="4186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Inhalt links, zwei Bilder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716AB96-3FFB-4390-B84E-B778A7B5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5ADA85-1D7A-4978-A3BE-52C9BBFE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5D6FB5-FBAE-4505-B5ED-E456FBC7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Bildplatzhalter 8">
            <a:extLst>
              <a:ext uri="{FF2B5EF4-FFF2-40B4-BE49-F238E27FC236}">
                <a16:creationId xmlns:a16="http://schemas.microsoft.com/office/drawing/2014/main" id="{5047A0B5-1D36-4CA6-A388-794661BAE1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79587" y="1784985"/>
            <a:ext cx="3744000" cy="1889125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ECB22D53-C6FB-4838-8BFC-4CA32EF2DBF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77969" y="3915032"/>
            <a:ext cx="3744000" cy="1874883"/>
          </a:xfrm>
        </p:spPr>
        <p:txBody>
          <a:bodyPr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150F3FE6-CA1A-430E-BAC8-DE134F31D30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3565" y="1782762"/>
            <a:ext cx="6696000" cy="4249737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F94E790-BDC5-48E5-942E-7B9F27EB0B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E9194FFC-704E-4065-8766-8C02EFD3A57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1813" y="1141200"/>
            <a:ext cx="10080000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22006116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4" userDrawn="1">
          <p15:clr>
            <a:srgbClr val="FBAE40"/>
          </p15:clr>
        </p15:guide>
        <p15:guide id="2" pos="4556" userDrawn="1">
          <p15:clr>
            <a:srgbClr val="FBAE40"/>
          </p15:clr>
        </p15:guide>
        <p15:guide id="3" orient="horz" pos="1121" userDrawn="1">
          <p15:clr>
            <a:srgbClr val="FBAE40"/>
          </p15:clr>
        </p15:guide>
        <p15:guide id="4" pos="4962" userDrawn="1">
          <p15:clr>
            <a:srgbClr val="FBAE40"/>
          </p15:clr>
        </p15:guide>
        <p15:guide id="5" orient="horz" pos="2316" userDrawn="1">
          <p15:clr>
            <a:srgbClr val="FBAE40"/>
          </p15:clr>
        </p15:guide>
        <p15:guide id="6" orient="horz" pos="2465" userDrawn="1">
          <p15:clr>
            <a:srgbClr val="FBAE40"/>
          </p15:clr>
        </p15:guide>
        <p15:guide id="7" orient="horz" pos="3650" userDrawn="1">
          <p15:clr>
            <a:srgbClr val="FBAE40"/>
          </p15:clr>
        </p15:guide>
        <p15:guide id="8" orient="horz" pos="4186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, Inhalt, grüne Fläche mit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DFFA6248-288A-4285-8856-317301A04B8D}"/>
              </a:ext>
            </a:extLst>
          </p:cNvPr>
          <p:cNvSpPr/>
          <p:nvPr/>
        </p:nvSpPr>
        <p:spPr>
          <a:xfrm>
            <a:off x="8042564" y="0"/>
            <a:ext cx="414943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bg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716AB96-3FFB-4390-B84E-B778A7B5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5ADA85-1D7A-4978-A3BE-52C9BBFE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5D6FB5-FBAE-4505-B5ED-E456FBC7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D40DEA81-F819-4D52-B200-C19F700E9CC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1814" y="1781175"/>
            <a:ext cx="6975474" cy="4251324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E6E544DD-FFE2-4870-BFDB-20A397D20151}"/>
              </a:ext>
            </a:extLst>
          </p:cNvPr>
          <p:cNvSpPr>
            <a:spLocks noGrp="1"/>
          </p:cNvSpPr>
          <p:nvPr>
            <p:ph sz="quarter" idx="17"/>
          </p:nvPr>
        </p:nvSpPr>
        <p:spPr bwMode="white">
          <a:xfrm>
            <a:off x="8591550" y="1781174"/>
            <a:ext cx="3032125" cy="425132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EE3DE3D3-7105-4122-840A-2E5D3E1C4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53283" y="356235"/>
            <a:ext cx="384463" cy="384463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F11D287C-B525-4ECA-8808-16A7B2AA66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813" y="372288"/>
            <a:ext cx="6975474" cy="775597"/>
          </a:xfrm>
        </p:spPr>
        <p:txBody>
          <a:bodyPr/>
          <a:lstStyle/>
          <a:p>
            <a:r>
              <a:rPr lang="de-DE" dirty="0"/>
              <a:t>Folientitel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69D8BF5B-2A34-4B96-8512-43ACC82EB5B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813" y="1141200"/>
            <a:ext cx="6975474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704360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5" userDrawn="1">
          <p15:clr>
            <a:srgbClr val="FBAE40"/>
          </p15:clr>
        </p15:guide>
        <p15:guide id="2" pos="5412" userDrawn="1">
          <p15:clr>
            <a:srgbClr val="FBAE40"/>
          </p15:clr>
        </p15:guide>
        <p15:guide id="3" pos="4729" userDrawn="1">
          <p15:clr>
            <a:srgbClr val="FBAE40"/>
          </p15:clr>
        </p15:guide>
        <p15:guide id="4" orient="horz" pos="4186" userDrawn="1">
          <p15:clr>
            <a:srgbClr val="FBAE40"/>
          </p15:clr>
        </p15:guide>
        <p15:guide id="5" orient="horz" pos="1122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, Inhalt, pastellgrüne Fläche mit Text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DFFA6248-288A-4285-8856-317301A04B8D}"/>
              </a:ext>
            </a:extLst>
          </p:cNvPr>
          <p:cNvSpPr/>
          <p:nvPr/>
        </p:nvSpPr>
        <p:spPr>
          <a:xfrm>
            <a:off x="8042564" y="0"/>
            <a:ext cx="4149436" cy="6858000"/>
          </a:xfrm>
          <a:prstGeom prst="rect">
            <a:avLst/>
          </a:prstGeom>
          <a:solidFill>
            <a:srgbClr val="EBFA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716AB96-3FFB-4390-B84E-B778A7B5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5ADA85-1D7A-4978-A3BE-52C9BBFE2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65D6FB5-FBAE-4505-B5ED-E456FBC7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E21C7B6C-9388-4B13-B252-B91C088700C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1813" y="1781173"/>
            <a:ext cx="6969285" cy="4246565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Inhaltsplatzhalter 7">
            <a:extLst>
              <a:ext uri="{FF2B5EF4-FFF2-40B4-BE49-F238E27FC236}">
                <a16:creationId xmlns:a16="http://schemas.microsoft.com/office/drawing/2014/main" id="{CBABA49A-74C9-42AB-BEFB-8AC49258D3B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593931" y="1781174"/>
            <a:ext cx="3026713" cy="42513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43718120-86FA-4237-9BA7-0BCCEFE95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6333" y="371547"/>
            <a:ext cx="384463" cy="384463"/>
          </a:xfrm>
          <a:prstGeom prst="rect">
            <a:avLst/>
          </a:prstGeom>
        </p:spPr>
      </p:pic>
      <p:sp>
        <p:nvSpPr>
          <p:cNvPr id="7" name="Titel 6">
            <a:extLst>
              <a:ext uri="{FF2B5EF4-FFF2-40B4-BE49-F238E27FC236}">
                <a16:creationId xmlns:a16="http://schemas.microsoft.com/office/drawing/2014/main" id="{B0485CF6-A4F9-4D42-A6B0-979370787C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813" y="372288"/>
            <a:ext cx="6975475" cy="775597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12" name="Textplatzhalter 6">
            <a:extLst>
              <a:ext uri="{FF2B5EF4-FFF2-40B4-BE49-F238E27FC236}">
                <a16:creationId xmlns:a16="http://schemas.microsoft.com/office/drawing/2014/main" id="{6FAD2526-9A4E-47A6-85CF-9FB1FCB8E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4" y="1141200"/>
            <a:ext cx="6975475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1158694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25" userDrawn="1">
          <p15:clr>
            <a:srgbClr val="FBAE40"/>
          </p15:clr>
        </p15:guide>
        <p15:guide id="2" pos="5412" userDrawn="1">
          <p15:clr>
            <a:srgbClr val="FBAE40"/>
          </p15:clr>
        </p15:guide>
        <p15:guide id="3" pos="4729" userDrawn="1">
          <p15:clr>
            <a:srgbClr val="FBAE40"/>
          </p15:clr>
        </p15:guide>
        <p15:guide id="4" orient="horz" pos="4186" userDrawn="1">
          <p15:clr>
            <a:srgbClr val="FBAE40"/>
          </p15:clr>
        </p15:guide>
        <p15:guide id="5" orient="horz" pos="1122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, Inhalt, pastellgrüne Fläche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E4BAAC3F-189E-4FFC-82C1-CD8630009E8F}"/>
              </a:ext>
            </a:extLst>
          </p:cNvPr>
          <p:cNvSpPr/>
          <p:nvPr/>
        </p:nvSpPr>
        <p:spPr>
          <a:xfrm>
            <a:off x="6172200" y="0"/>
            <a:ext cx="6019800" cy="6858000"/>
          </a:xfrm>
          <a:prstGeom prst="rect">
            <a:avLst/>
          </a:prstGeom>
          <a:solidFill>
            <a:srgbClr val="EBFA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de-DE" dirty="0" err="1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6264B35-2A3C-41F1-A8BD-B33C3A5A7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A38BC5A-30AE-4B13-9081-43F961AA3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07493E4-C91E-477E-B287-E468A9DD4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22B39DEC-136C-4218-B442-3360DBA85F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195" y="1779588"/>
            <a:ext cx="5112000" cy="4252912"/>
          </a:xfrm>
        </p:spPr>
        <p:txBody>
          <a:bodyPr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6B0DE5EC-B5BA-4D72-9D63-A245EC905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6333" y="371547"/>
            <a:ext cx="384463" cy="384463"/>
          </a:xfrm>
          <a:prstGeom prst="rect">
            <a:avLst/>
          </a:prstGeom>
        </p:spPr>
      </p:pic>
      <p:sp>
        <p:nvSpPr>
          <p:cNvPr id="6" name="Titel 5">
            <a:extLst>
              <a:ext uri="{FF2B5EF4-FFF2-40B4-BE49-F238E27FC236}">
                <a16:creationId xmlns:a16="http://schemas.microsoft.com/office/drawing/2014/main" id="{651B11F0-CDAB-4A22-BB59-5EACEDC130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813" y="372288"/>
            <a:ext cx="5114925" cy="775597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Folientitel</a:t>
            </a:r>
          </a:p>
        </p:txBody>
      </p:sp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F552CF74-D677-486C-B83E-6264877F9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1814" y="1141200"/>
            <a:ext cx="5114925" cy="378000"/>
          </a:xfrm>
        </p:spPr>
        <p:txBody>
          <a:bodyPr>
            <a:noAutofit/>
          </a:bodyPr>
          <a:lstStyle>
            <a:lvl1pPr>
              <a:defRPr sz="23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Untertitel</a:t>
            </a:r>
          </a:p>
        </p:txBody>
      </p:sp>
    </p:spTree>
    <p:extLst>
      <p:ext uri="{BB962C8B-B14F-4D97-AF65-F5344CB8AC3E}">
        <p14:creationId xmlns:p14="http://schemas.microsoft.com/office/powerpoint/2010/main" val="26085938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21" userDrawn="1">
          <p15:clr>
            <a:srgbClr val="FBAE40"/>
          </p15:clr>
        </p15:guide>
        <p15:guide id="2" pos="3557" userDrawn="1">
          <p15:clr>
            <a:srgbClr val="FBAE40"/>
          </p15:clr>
        </p15:guide>
        <p15:guide id="3" orient="horz" pos="4186" userDrawn="1">
          <p15:clr>
            <a:srgbClr val="FBAE40"/>
          </p15:clr>
        </p15:guide>
        <p15:guide id="4" orient="horz" pos="725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ontakt, wei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A953194-4A81-4864-ABC1-A8827FF8AF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2680" y="1661390"/>
            <a:ext cx="9301680" cy="1185718"/>
          </a:xfrm>
        </p:spPr>
        <p:txBody>
          <a:bodyPr/>
          <a:lstStyle>
            <a:lvl1pPr>
              <a:spcBef>
                <a:spcPts val="0"/>
              </a:spcBef>
              <a:defRPr sz="640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Vielen Dank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F2C1768E-8A01-4C50-9F1E-C75BD45D8A7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2680" y="4954093"/>
            <a:ext cx="3371850" cy="1077218"/>
          </a:xfrm>
        </p:spPr>
        <p:txBody>
          <a:bodyPr>
            <a:noAutofit/>
          </a:bodyPr>
          <a:lstStyle>
            <a:lvl1pPr>
              <a:lnSpc>
                <a:spcPts val="2100"/>
              </a:lnSpc>
              <a:spcBef>
                <a:spcPts val="0"/>
              </a:spcBef>
              <a:defRPr sz="1800"/>
            </a:lvl1pPr>
          </a:lstStyle>
          <a:p>
            <a:pPr lvl="0"/>
            <a:r>
              <a:rPr lang="de-DE" dirty="0"/>
              <a:t>Funktion</a:t>
            </a:r>
          </a:p>
          <a:p>
            <a:pPr lvl="0"/>
            <a:r>
              <a:rPr lang="de-DE" dirty="0"/>
              <a:t>AOK Länderkennzeichnung</a:t>
            </a:r>
          </a:p>
          <a:p>
            <a:pPr lvl="0"/>
            <a:r>
              <a:rPr lang="de-DE" dirty="0"/>
              <a:t>Musterstraße 123</a:t>
            </a:r>
          </a:p>
          <a:p>
            <a:pPr lvl="0"/>
            <a:r>
              <a:rPr lang="de-DE" dirty="0"/>
              <a:t>12345 Musterstadt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4378326E-5D5E-46C7-826E-5B776E06B0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349101" y="4954624"/>
            <a:ext cx="5499546" cy="1077218"/>
          </a:xfrm>
        </p:spPr>
        <p:txBody>
          <a:bodyPr anchor="t" anchorCtr="0">
            <a:noAutofit/>
          </a:bodyPr>
          <a:lstStyle>
            <a:lvl1pPr>
              <a:lnSpc>
                <a:spcPts val="2100"/>
              </a:lnSpc>
              <a:spcBef>
                <a:spcPts val="0"/>
              </a:spcBef>
              <a:defRPr sz="1800"/>
            </a:lvl1pPr>
          </a:lstStyle>
          <a:p>
            <a:pPr lvl="0"/>
            <a:r>
              <a:rPr lang="de-DE" dirty="0"/>
              <a:t>P +49 (123) 45 67 89</a:t>
            </a:r>
          </a:p>
          <a:p>
            <a:pPr lvl="0"/>
            <a:r>
              <a:rPr lang="de-DE" dirty="0"/>
              <a:t>F +49 (123) 45 67 89</a:t>
            </a:r>
          </a:p>
          <a:p>
            <a:pPr lvl="0"/>
            <a:r>
              <a:rPr lang="de-DE" dirty="0"/>
              <a:t>M +49 (123) 45 67 89 0</a:t>
            </a:r>
          </a:p>
          <a:p>
            <a:pPr lvl="0"/>
            <a:r>
              <a:rPr lang="de-DE" dirty="0"/>
              <a:t>E vorname.nachname@aok.de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FD2B5C3-11A3-4174-BC4F-449503257D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2679" y="4333009"/>
            <a:ext cx="9292157" cy="276999"/>
          </a:xfrm>
        </p:spPr>
        <p:txBody>
          <a:bodyPr>
            <a:noAutofit/>
          </a:bodyPr>
          <a:lstStyle>
            <a:lvl1pPr>
              <a:defRPr>
                <a:latin typeface="+mj-lt"/>
              </a:defRPr>
            </a:lvl1pPr>
          </a:lstStyle>
          <a:p>
            <a:pPr lvl="0"/>
            <a:r>
              <a:rPr lang="de-DE" dirty="0"/>
              <a:t>Vorname Nachname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26BB955E-52A4-4FD7-9D87-D8B4088E0A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8646" y="372807"/>
            <a:ext cx="1779113" cy="55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6246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9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ntakt,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AA20A50D-CAEB-42D1-9B3F-4D16F9BF46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Textplatzhalter 8">
            <a:extLst>
              <a:ext uri="{FF2B5EF4-FFF2-40B4-BE49-F238E27FC236}">
                <a16:creationId xmlns:a16="http://schemas.microsoft.com/office/drawing/2014/main" id="{5C3367B4-09CF-4ADC-ABE5-DC26BA12CE7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31743" y="1661390"/>
            <a:ext cx="9294291" cy="1185718"/>
          </a:xfrm>
        </p:spPr>
        <p:txBody>
          <a:bodyPr/>
          <a:lstStyle>
            <a:lvl1pPr>
              <a:spcBef>
                <a:spcPts val="0"/>
              </a:spcBef>
              <a:defRPr sz="6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Vielen Dank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A083CFB7-931B-4839-8D10-C8E469EC79F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531743" y="4954093"/>
            <a:ext cx="3371850" cy="1077218"/>
          </a:xfrm>
        </p:spPr>
        <p:txBody>
          <a:bodyPr>
            <a:noAutofit/>
          </a:bodyPr>
          <a:lstStyle>
            <a:lvl1pPr>
              <a:lnSpc>
                <a:spcPts val="21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Funktion</a:t>
            </a:r>
          </a:p>
          <a:p>
            <a:pPr lvl="0"/>
            <a:r>
              <a:rPr lang="de-DE" dirty="0"/>
              <a:t>AOK Länderkennzeichnung</a:t>
            </a:r>
          </a:p>
          <a:p>
            <a:pPr lvl="0"/>
            <a:r>
              <a:rPr lang="de-DE" dirty="0"/>
              <a:t>Musterstraße 123</a:t>
            </a:r>
          </a:p>
          <a:p>
            <a:pPr lvl="0"/>
            <a:r>
              <a:rPr lang="de-DE" dirty="0"/>
              <a:t>12345 Musterstadt</a:t>
            </a:r>
          </a:p>
        </p:txBody>
      </p:sp>
      <p:sp>
        <p:nvSpPr>
          <p:cNvPr id="12" name="Textplatzhalter 10">
            <a:extLst>
              <a:ext uri="{FF2B5EF4-FFF2-40B4-BE49-F238E27FC236}">
                <a16:creationId xmlns:a16="http://schemas.microsoft.com/office/drawing/2014/main" id="{F55EBCCF-2FEB-4910-90A0-FD8B5D5111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4348163" y="4954624"/>
            <a:ext cx="5492157" cy="1077218"/>
          </a:xfrm>
        </p:spPr>
        <p:txBody>
          <a:bodyPr anchor="t" anchorCtr="0">
            <a:noAutofit/>
          </a:bodyPr>
          <a:lstStyle>
            <a:lvl1pPr>
              <a:lnSpc>
                <a:spcPts val="2100"/>
              </a:lnSpc>
              <a:spcBef>
                <a:spcPts val="0"/>
              </a:spcBef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P +49 (123) 45 67 89</a:t>
            </a:r>
          </a:p>
          <a:p>
            <a:pPr lvl="0"/>
            <a:r>
              <a:rPr lang="de-DE" dirty="0"/>
              <a:t>F +49 (123) 45 67 89</a:t>
            </a:r>
          </a:p>
          <a:p>
            <a:pPr lvl="0"/>
            <a:r>
              <a:rPr lang="de-DE" dirty="0"/>
              <a:t>M +49 (123) 45 67 89 0</a:t>
            </a:r>
          </a:p>
          <a:p>
            <a:pPr lvl="0"/>
            <a:r>
              <a:rPr lang="de-DE" dirty="0"/>
              <a:t>E vorname.nachname@aok.de</a:t>
            </a:r>
          </a:p>
        </p:txBody>
      </p:sp>
      <p:sp>
        <p:nvSpPr>
          <p:cNvPr id="13" name="Textplatzhalter 2">
            <a:extLst>
              <a:ext uri="{FF2B5EF4-FFF2-40B4-BE49-F238E27FC236}">
                <a16:creationId xmlns:a16="http://schemas.microsoft.com/office/drawing/2014/main" id="{AFC9B68D-65AD-47A3-AEAC-D1ED4EE7D9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531742" y="4333009"/>
            <a:ext cx="9284768" cy="276999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de-DE" dirty="0"/>
              <a:t>Vorname Nachname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6DB8B34A-FB14-4B2D-9B3B-8BF44AAC1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41257" y="372717"/>
            <a:ext cx="1782421" cy="55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9940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739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BB67008-ACB6-488C-80EF-57C55636C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D1AFD9B-93CA-4DAE-9953-B8EB0F3D1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E9F0869-8A12-47AA-8F9B-8ADF38B78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135984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theme" Target="../theme/theme1.xml"/><Relationship Id="rId39" Type="http://schemas.openxmlformats.org/officeDocument/2006/relationships/image" Target="../media/image1.png"/><Relationship Id="rId40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834FD6D-48F3-4A5C-8E77-DBCE4EB46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3" y="372288"/>
            <a:ext cx="10080000" cy="77559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Folientitel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ACC67E9-5BDD-4FB7-AEA4-0A3D41EE96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1813" y="1782078"/>
            <a:ext cx="11088000" cy="424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423CBB-470C-4515-AF28-06E6352AAE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31813" y="6488019"/>
            <a:ext cx="680398" cy="15408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de-DE"/>
              <a:t>13.08.2025</a:t>
            </a:r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9DC61F-9E66-4252-86CA-8F6B63796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34211" y="6488019"/>
            <a:ext cx="4771400" cy="153888"/>
          </a:xfrm>
          <a:prstGeom prst="rect">
            <a:avLst/>
          </a:prstGeom>
        </p:spPr>
        <p:txBody>
          <a:bodyPr vert="horz" lIns="72000" tIns="0" rIns="0" bIns="0" rtlCol="0" anchor="t" anchorCtr="0">
            <a:no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de-DE"/>
              <a:t>ARGE AOK Rechenzentrum, IT-Operations-Management, Janik Schünke 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6264B0-1D56-4DD2-90C5-927294522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26846" y="6488019"/>
            <a:ext cx="292967" cy="15388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39CD2D5F-E978-4472-949A-47AA650B2516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B548F3A-77B7-4DBE-97EE-70ED2DC290A6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1236333" y="371547"/>
            <a:ext cx="384463" cy="38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428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663" r:id="rId5"/>
    <p:sldLayoutId id="2147483664" r:id="rId6"/>
    <p:sldLayoutId id="2147483701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702" r:id="rId13"/>
    <p:sldLayoutId id="2147483703" r:id="rId14"/>
    <p:sldLayoutId id="2147483704" r:id="rId15"/>
    <p:sldLayoutId id="2147483705" r:id="rId16"/>
    <p:sldLayoutId id="2147483688" r:id="rId17"/>
    <p:sldLayoutId id="2147483691" r:id="rId18"/>
    <p:sldLayoutId id="2147483682" r:id="rId19"/>
    <p:sldLayoutId id="2147483674" r:id="rId20"/>
    <p:sldLayoutId id="2147483675" r:id="rId21"/>
    <p:sldLayoutId id="2147483678" r:id="rId22"/>
    <p:sldLayoutId id="2147483677" r:id="rId23"/>
    <p:sldLayoutId id="2147483676" r:id="rId24"/>
    <p:sldLayoutId id="2147483706" r:id="rId25"/>
    <p:sldLayoutId id="2147483707" r:id="rId26"/>
    <p:sldLayoutId id="2147483708" r:id="rId27"/>
    <p:sldLayoutId id="2147483680" r:id="rId28"/>
    <p:sldLayoutId id="2147483698" r:id="rId29"/>
    <p:sldLayoutId id="2147483709" r:id="rId30"/>
    <p:sldLayoutId id="2147483686" r:id="rId31"/>
    <p:sldLayoutId id="2147483685" r:id="rId32"/>
    <p:sldLayoutId id="2147483687" r:id="rId33"/>
    <p:sldLayoutId id="2147483696" r:id="rId34"/>
    <p:sldLayoutId id="2147483693" r:id="rId35"/>
    <p:sldLayoutId id="2147483694" r:id="rId36"/>
    <p:sldLayoutId id="2147483699" r:id="rId3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bg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20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ClrTx/>
        <a:buFont typeface="AOK Buenos Aires" pitchFamily="50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ClrTx/>
        <a:buFont typeface="AOK Buenos Aires" pitchFamily="50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Font typeface="AOK Buenos Aires" pitchFamily="50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Font typeface="AOK Buenos Aires" pitchFamily="50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72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Font typeface="AOK Buenos Aires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72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Font typeface="AOK Buenos Aires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72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Font typeface="AOK Buenos Aires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720000" indent="-180000" algn="l" defTabSz="914400" rtl="0" eaLnBrk="1" latinLnBrk="0" hangingPunct="1">
        <a:lnSpc>
          <a:spcPct val="110000"/>
        </a:lnSpc>
        <a:spcBef>
          <a:spcPts val="700"/>
        </a:spcBef>
        <a:spcAft>
          <a:spcPts val="200"/>
        </a:spcAft>
        <a:buFont typeface="AOK Buenos Aires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21" userDrawn="1">
          <p15:clr>
            <a:srgbClr val="F26B43"/>
          </p15:clr>
        </p15:guide>
        <p15:guide id="2" pos="335" userDrawn="1">
          <p15:clr>
            <a:srgbClr val="F26B43"/>
          </p15:clr>
        </p15:guide>
        <p15:guide id="3" orient="horz" pos="3800" userDrawn="1">
          <p15:clr>
            <a:srgbClr val="F26B43"/>
          </p15:clr>
        </p15:guide>
        <p15:guide id="5" orient="horz" pos="23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/>
              <a:t>7.000 Arbeitsplätze mit Linux Mint &amp; openDesk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rPr sz="1100"/>
              <a:t>Auf Basis der STACKIT Preisliste v1.0.36 (Stand 03.03.2026)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/>
              <a:t>STACKIT VDI-Kostenanalyse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20" sz="quarter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AOK Bureau Office"/>
              </a:rPr>
              <a:t>1.  Ausgangslage &amp; Annahmen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AOK Bureau Office"/>
              </a:rPr>
              <a:t>2.  VM-Sizing: Drei Szenarien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AOK Bureau Office"/>
              </a:rPr>
              <a:t>3.  Compute-Kosten (On-Demand vs. 24/7)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AOK Bureau Office"/>
              </a:rPr>
              <a:t>4.  Storage-Kosten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AOK Bureau Office"/>
              </a:rPr>
              <a:t>5.  Infrastruktur &amp; Netzwerk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AOK Bureau Office"/>
              </a:rPr>
              <a:t>6.  Gesamtkosten-Übersicht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AOK Bureau Office"/>
              </a:rPr>
              <a:t>7.  Vergleich: Citrix on-premise vs. STACKIT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AOK Bureau Office"/>
              </a:rPr>
              <a:t>8.  Fazit &amp; Empfehlung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Ausgangslage &amp; Annahmen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900000"/>
          <a:ext cx="792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1440000"/>
                <a:gridCol w="4320000"/>
              </a:tblGrid>
              <a:tr h="40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reau Office"/>
                        </a:rPr>
                        <a:t>Parameter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reau Office"/>
                        </a:rPr>
                        <a:t>Wert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reau Office"/>
                        </a:rPr>
                        <a:t>Begründung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OK Bureau Office"/>
                        </a:rPr>
                        <a:t>Gesamtnutzer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5032"/>
                          </a:solidFill>
                          <a:latin typeface="AOK Bureau Office"/>
                        </a:rPr>
                        <a:t>7.000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Vorgabe</a:t>
                      </a:r>
                    </a:p>
                  </a:txBody>
                  <a:tcPr anchor="ctr" marL="54000" marR="54000" marT="18000" marB="18000"/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OK Bureau Office"/>
                        </a:rPr>
                        <a:t>Concurrent-User-Rate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5032"/>
                          </a:solidFill>
                          <a:latin typeface="AOK Bureau Office"/>
                        </a:rPr>
                        <a:t>70%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Urlaub, Teilzeit, Meetings, Krankheit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OK Bureau Office"/>
                        </a:rPr>
                        <a:t>Gleichzeitige Sessions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5032"/>
                          </a:solidFill>
                          <a:latin typeface="AOK Bureau Office"/>
                        </a:rPr>
                        <a:t>4.900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7.000 x 0,70</a:t>
                      </a:r>
                    </a:p>
                  </a:txBody>
                  <a:tcPr anchor="ctr" marL="54000" marR="54000" marT="18000" marB="18000"/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OK Bureau Office"/>
                        </a:rPr>
                        <a:t>Betriebssystem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5032"/>
                          </a:solidFill>
                          <a:latin typeface="AOK Bureau Office"/>
                        </a:rPr>
                        <a:t>Linux Mint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Keine Windows-Lizenz erforderlich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OK Bureau Office"/>
                        </a:rPr>
                        <a:t>Arbeitszeit/Tag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5032"/>
                          </a:solidFill>
                          <a:latin typeface="AOK Bureau Office"/>
                        </a:rPr>
                        <a:t>10 Stunden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07:00 - 17:00 (mit Puffer)</a:t>
                      </a:r>
                    </a:p>
                  </a:txBody>
                  <a:tcPr anchor="ctr" marL="54000" marR="54000" marT="18000" marB="18000"/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OK Bureau Office"/>
                        </a:rPr>
                        <a:t>Arbeitstage/Monat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5032"/>
                          </a:solidFill>
                          <a:latin typeface="AOK Bureau Office"/>
                        </a:rPr>
                        <a:t>22 Tage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Standard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OK Bureau Office"/>
                        </a:rPr>
                        <a:t>Nutzungsstunden/Monat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5032"/>
                          </a:solidFill>
                          <a:latin typeface="AOK Bureau Office"/>
                        </a:rPr>
                        <a:t>220 h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10h x 22 Tage (On-Demand)</a:t>
                      </a:r>
                    </a:p>
                  </a:txBody>
                  <a:tcPr anchor="ctr" marL="54000" marR="54000" marT="18000" marB="18000"/>
                </a:tc>
              </a:tr>
              <a:tr h="40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OK Bureau Office"/>
                        </a:rPr>
                        <a:t>STACKIT Referenzmonat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5032"/>
                          </a:solidFill>
                          <a:latin typeface="AOK Bureau Office"/>
                        </a:rPr>
                        <a:t>720 h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30-Tage-Monat Kalkulationsbasis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VM-Sizing: Drei Szenarien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900000"/>
          <a:ext cx="7920000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720000"/>
                <a:gridCol w="900000"/>
                <a:gridCol w="3060000"/>
                <a:gridCol w="1800000"/>
              </a:tblGrid>
              <a:tr h="495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reau Office"/>
                        </a:rPr>
                        <a:t>Szenario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reau Office"/>
                        </a:rPr>
                        <a:t>vCPU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reau Office"/>
                        </a:rPr>
                        <a:t>RAM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reau Office"/>
                        </a:rPr>
                        <a:t>Typische Nutzung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reau Office"/>
                        </a:rPr>
                        <a:t>STACKIT SKU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</a:tr>
              <a:tr h="49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OK Bureau Office"/>
                        </a:rPr>
                        <a:t>A: Basis-Worker</a:t>
                      </a:r>
                    </a:p>
                  </a:txBody>
                  <a:tcPr anchor="ctr" marL="54000" marR="54000" marT="18000" marB="180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2</a:t>
                      </a:r>
                    </a:p>
                  </a:txBody>
                  <a:tcPr anchor="ctr" marL="54000" marR="54000" marT="18000" marB="180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8 GB</a:t>
                      </a:r>
                    </a:p>
                  </a:txBody>
                  <a:tcPr anchor="ctr" marL="54000" marR="54000" marT="18000" marB="180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E-Mail, Browser, openDesk, SAP GUI for Java</a:t>
                      </a:r>
                    </a:p>
                  </a:txBody>
                  <a:tcPr anchor="ctr" marL="54000" marR="54000" marT="18000" marB="18000"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OK Bureau Office"/>
                        </a:rPr>
                        <a:t>g1.2-EU01 (Intel)</a:t>
                      </a:r>
                    </a:p>
                  </a:txBody>
                  <a:tcPr anchor="ctr" marL="54000" marR="54000" marT="18000" marB="18000">
                    <a:solidFill>
                      <a:srgbClr val="E8F5E9"/>
                    </a:solidFill>
                  </a:tcPr>
                </a:tc>
              </a:tr>
              <a:tr h="49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OK Bureau Office"/>
                        </a:rPr>
                        <a:t>B: Standard-Worker</a:t>
                      </a:r>
                    </a:p>
                  </a:txBody>
                  <a:tcPr anchor="ctr" marL="54000" marR="54000" marT="18000" marB="18000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4</a:t>
                      </a:r>
                    </a:p>
                  </a:txBody>
                  <a:tcPr anchor="ctr" marL="54000" marR="54000" marT="18000" marB="18000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16 GB</a:t>
                      </a:r>
                    </a:p>
                  </a:txBody>
                  <a:tcPr anchor="ctr" marL="54000" marR="54000" marT="18000" marB="18000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Wie A + mehrere parallele Anwendungen, leichte Auswertungen</a:t>
                      </a:r>
                    </a:p>
                  </a:txBody>
                  <a:tcPr anchor="ctr" marL="54000" marR="54000" marT="18000" marB="18000"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OK Bureau Office"/>
                        </a:rPr>
                        <a:t>g1.3-EU01 (Intel)</a:t>
                      </a:r>
                    </a:p>
                  </a:txBody>
                  <a:tcPr anchor="ctr" marL="54000" marR="54000" marT="18000" marB="18000">
                    <a:solidFill>
                      <a:srgbClr val="FFF3E0"/>
                    </a:solidFill>
                  </a:tcPr>
                </a:tc>
              </a:tr>
              <a:tr h="49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OK Bureau Office"/>
                        </a:rPr>
                        <a:t>C: Power-User</a:t>
                      </a:r>
                    </a:p>
                  </a:txBody>
                  <a:tcPr anchor="ctr" marL="54000" marR="54000" marT="18000" marB="18000"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8</a:t>
                      </a:r>
                    </a:p>
                  </a:txBody>
                  <a:tcPr anchor="ctr" marL="54000" marR="54000" marT="18000" marB="18000"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32 GB</a:t>
                      </a:r>
                    </a:p>
                  </a:txBody>
                  <a:tcPr anchor="ctr" marL="54000" marR="54000" marT="18000" marB="18000"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Wie B + BI-Tools, Datenverarbeitung, Entwicklungsumgebungen</a:t>
                      </a:r>
                    </a:p>
                  </a:txBody>
                  <a:tcPr anchor="ctr" marL="54000" marR="54000" marT="18000" marB="18000">
                    <a:solidFill>
                      <a:srgbClr val="FCE4E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OK Bureau Office"/>
                        </a:rPr>
                        <a:t>g1.4-EU01 (Intel)</a:t>
                      </a:r>
                    </a:p>
                  </a:txBody>
                  <a:tcPr anchor="ctr" marL="54000" marR="54000" marT="18000" marB="18000">
                    <a:solidFill>
                      <a:srgbClr val="FCE4E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3060000"/>
            <a:ext cx="792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AOK Bureau Office"/>
              </a:rPr>
              <a:t>Empfehlung: Intel g1-Generation ist ca. 35% günstiger als AMD g2a.
Für VDI-Workloads ohne spezielle AMD-Anforderungen ist g1 die beste Wahl.
Hinweis: '-m' Suffix = mit Windows-Lizenz (hier nicht benötigt wegen Linux Mint).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Compute-Kosten: On-Demand vs. 24/7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827999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5032"/>
                </a:solidFill>
                <a:latin typeface="AOK Bureau Office"/>
              </a:rPr>
              <a:t>On-Demand Betrieb (220h/Monat) - EMPFOHLEN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152000"/>
          <a:ext cx="7920000" cy="1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260000"/>
                <a:gridCol w="1260000"/>
                <a:gridCol w="1440000"/>
                <a:gridCol w="2160000"/>
              </a:tblGrid>
              <a:tr h="405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OK Bureau Office"/>
                        </a:rPr>
                        <a:t>Szenario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OK Bureau Office"/>
                        </a:rPr>
                        <a:t>Preis/h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OK Bureau Office"/>
                        </a:rPr>
                        <a:t>x 220h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OK Bureau Office"/>
                        </a:rPr>
                        <a:t>x 4.900 VMs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OK Bureau Office"/>
                        </a:rPr>
                        <a:t>Gesamt/Monat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</a:tr>
              <a:tr h="40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OK Bureau Office"/>
                        </a:rPr>
                        <a:t>A: Basis (2/8)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0,0758 EUR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16,68 EUR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4.900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05032"/>
                          </a:solidFill>
                          <a:latin typeface="AOK Bureau Office"/>
                        </a:rPr>
                        <a:t>81.718 EUR</a:t>
                      </a:r>
                    </a:p>
                  </a:txBody>
                  <a:tcPr anchor="ctr" marL="54000" marR="54000" marT="18000" marB="18000"/>
                </a:tc>
              </a:tr>
              <a:tr h="40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OK Bureau Office"/>
                        </a:rPr>
                        <a:t>B: Standard (4/16)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0,1516 EUR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33,36 EUR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4.900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05032"/>
                          </a:solidFill>
                          <a:latin typeface="AOK Bureau Office"/>
                        </a:rPr>
                        <a:t>163.464 EUR</a:t>
                      </a:r>
                    </a:p>
                  </a:txBody>
                  <a:tcPr anchor="ctr" marL="54000" marR="54000" marT="18000" marB="18000"/>
                </a:tc>
              </a:tr>
              <a:tr h="405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OK Bureau Office"/>
                        </a:rPr>
                        <a:t>C: Power (8/32)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0,3033 EUR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66,73 EUR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4.900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005032"/>
                          </a:solidFill>
                          <a:latin typeface="AOK Bureau Office"/>
                        </a:rPr>
                        <a:t>326.957 EUR</a:t>
                      </a:r>
                    </a:p>
                  </a:txBody>
                  <a:tcPr anchor="ctr" marL="54000" marR="54000" marT="18000" marB="18000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0000" y="2880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08080"/>
                </a:solidFill>
                <a:latin typeface="AOK Bureau Office"/>
              </a:rPr>
              <a:t>24/7 Betrieb (720h/Monat)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0000" y="3204000"/>
          <a:ext cx="792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980000"/>
                <a:gridCol w="1440000"/>
                <a:gridCol w="270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OK Bureau Office"/>
                        </a:rPr>
                        <a:t>Szenario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OK Bureau Office"/>
                        </a:rPr>
                        <a:t>Preis/Monat (720h)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OK Bureau Office"/>
                        </a:rPr>
                        <a:t>x 4.900 VMs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OK Bureau Office"/>
                        </a:rPr>
                        <a:t>Gesamt/Monat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OK Bureau Office"/>
                        </a:rPr>
                        <a:t>A: Basis (2/8)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54,59 EUR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4.900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808080"/>
                          </a:solidFill>
                          <a:latin typeface="AOK Bureau Office"/>
                        </a:rPr>
                        <a:t>267.491 EUR</a:t>
                      </a:r>
                    </a:p>
                  </a:txBody>
                  <a:tcPr anchor="ctr" marL="54000" marR="54000" marT="18000" marB="18000"/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OK Bureau Office"/>
                        </a:rPr>
                        <a:t>B: Standard (4/16)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109,18 EUR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4.900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808080"/>
                          </a:solidFill>
                          <a:latin typeface="AOK Bureau Office"/>
                        </a:rPr>
                        <a:t>534.982 EUR</a:t>
                      </a:r>
                    </a:p>
                  </a:txBody>
                  <a:tcPr anchor="ctr" marL="54000" marR="54000" marT="18000" marB="18000"/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OK Bureau Office"/>
                        </a:rPr>
                        <a:t>C: Power (8/32)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218,37 EUR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4.900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808080"/>
                          </a:solidFill>
                          <a:latin typeface="AOK Bureau Office"/>
                        </a:rPr>
                        <a:t>1.070.013 EUR</a:t>
                      </a:r>
                    </a:p>
                  </a:txBody>
                  <a:tcPr anchor="ctr" marL="54000" marR="54000" marT="18000" marB="1800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40000" y="4752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005032"/>
                </a:solidFill>
                <a:latin typeface="AOK Bureau Office"/>
              </a:rPr>
              <a:t>Einsparung durch On-Demand: ca. 69%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Storage-Kosten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827999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032"/>
                </a:solidFill>
                <a:latin typeface="AOK Bureau Office"/>
              </a:rPr>
              <a:t>Block Storage pro VDI-Desktop (persistent für alle 7.000 User)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152000"/>
          <a:ext cx="792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1260000"/>
                <a:gridCol w="1980000"/>
                <a:gridCol w="1440000"/>
                <a:gridCol w="144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OK Bureau Office"/>
                        </a:rPr>
                        <a:t>Komponente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OK Bureau Office"/>
                        </a:rPr>
                        <a:t>Menge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OK Bureau Office"/>
                        </a:rPr>
                        <a:t>SKU / Typ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OK Bureau Office"/>
                        </a:rPr>
                        <a:t>Preis/Einheit/Monat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OK Bureau Office"/>
                        </a:rPr>
                        <a:t>Gesamt/Monat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OK Bureau Office"/>
                        </a:rPr>
                        <a:t>OS + Apps Disk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50 GB/User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Premium-Capacity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0,07 EUR/GB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00000"/>
                          </a:solidFill>
                          <a:latin typeface="AOK Bureau Office"/>
                        </a:rPr>
                        <a:t>24.500 EUR</a:t>
                      </a:r>
                    </a:p>
                  </a:txBody>
                  <a:tcPr anchor="ctr" marL="54000" marR="54000" marT="18000" marB="18000"/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OK Bureau Office"/>
                        </a:rPr>
                        <a:t>Performance Tier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1 Disk/User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Perf. 2 (1000 IOPS)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14,50 EUR/Disk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00000"/>
                          </a:solidFill>
                          <a:latin typeface="AOK Bureau Office"/>
                        </a:rPr>
                        <a:t>101.500 EUR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OK Bureau Office"/>
                        </a:rPr>
                        <a:t>Object Storage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10 GB/User = 70 TB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Object Storage Premium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0,03 EUR/GB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00000"/>
                          </a:solidFill>
                          <a:latin typeface="AOK Bureau Office"/>
                        </a:rPr>
                        <a:t>2.100 EUR</a:t>
                      </a:r>
                    </a:p>
                  </a:txBody>
                  <a:tcPr anchor="ctr" marL="54000" marR="54000" marT="18000" marB="18000"/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OK Bureau Office"/>
                        </a:rPr>
                        <a:t>File Storage (Profile)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5 GB/User = 35 TB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File Storage Standard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0,22 EUR/GB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00000"/>
                          </a:solidFill>
                          <a:latin typeface="AOK Bureau Office"/>
                        </a:rPr>
                        <a:t>7.700 EUR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40000" y="3060000"/>
            <a:ext cx="34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005032"/>
                </a:solidFill>
                <a:latin typeface="AOK Bureau Office"/>
              </a:rPr>
              <a:t>Storage Gesamt: 135.800 EUR/Monat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42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AOK Bureau Office"/>
              </a:rPr>
              <a:t>Hinweis: Storage wird für alle 7.000 User berechnet (persistente Daten),
nicht nur für die 4.900 concurrent Sessions.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Infrastruktur- &amp; Netzwerk-Kosten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0000" y="827999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032"/>
                </a:solidFill>
                <a:latin typeface="AOK Bureau Office"/>
              </a:rPr>
              <a:t>Management-Server (24/7 Betrieb)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152000"/>
          <a:ext cx="7920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0000"/>
                <a:gridCol w="720000"/>
                <a:gridCol w="1980000"/>
                <a:gridCol w="1440000"/>
                <a:gridCol w="1440000"/>
              </a:tblGrid>
              <a:tr h="308571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OK Bureau Office"/>
                        </a:rPr>
                        <a:t>Rolle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OK Bureau Office"/>
                        </a:rPr>
                        <a:t>Anzahl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OK Bureau Office"/>
                        </a:rPr>
                        <a:t>SKU (vCPU/RAM)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OK Bureau Office"/>
                        </a:rPr>
                        <a:t>Preis/VM/Monat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OK Bureau Office"/>
                        </a:rPr>
                        <a:t>Gesamt/Monat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</a:tr>
              <a:tr h="308571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OK Bureau Office"/>
                        </a:rPr>
                        <a:t>VDI Connection Broker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3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g1.3 (4/16)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109,18 EUR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00000"/>
                          </a:solidFill>
                          <a:latin typeface="AOK Bureau Office"/>
                        </a:rPr>
                        <a:t>328 EUR</a:t>
                      </a:r>
                    </a:p>
                  </a:txBody>
                  <a:tcPr anchor="ctr" marL="54000" marR="54000" marT="18000" marB="18000"/>
                </a:tc>
              </a:tr>
              <a:tr h="308571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OK Bureau Office"/>
                        </a:rPr>
                        <a:t>openDesk Stack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5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g1.4 (8/32)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218,37 EUR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00000"/>
                          </a:solidFill>
                          <a:latin typeface="AOK Bureau Office"/>
                        </a:rPr>
                        <a:t>1.092 EUR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</a:tr>
              <a:tr h="308571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OK Bureau Office"/>
                        </a:rPr>
                        <a:t>Identity Management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2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g1.3 (4/16)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109,18 EUR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00000"/>
                          </a:solidFill>
                          <a:latin typeface="AOK Bureau Office"/>
                        </a:rPr>
                        <a:t>218 EUR</a:t>
                      </a:r>
                    </a:p>
                  </a:txBody>
                  <a:tcPr anchor="ctr" marL="54000" marR="54000" marT="18000" marB="18000"/>
                </a:tc>
              </a:tr>
              <a:tr h="308571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OK Bureau Office"/>
                        </a:rPr>
                        <a:t>Monitoring / Logging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2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g1.3 (4/16)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109,18 EUR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00000"/>
                          </a:solidFill>
                          <a:latin typeface="AOK Bureau Office"/>
                        </a:rPr>
                        <a:t>218 EUR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</a:tr>
              <a:tr h="308571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000000"/>
                          </a:solidFill>
                          <a:latin typeface="AOK Bureau Office"/>
                        </a:rPr>
                        <a:t>Reverse Proxy / Gateway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2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g1.2 (2/8)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54,59 EUR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00000"/>
                          </a:solidFill>
                          <a:latin typeface="AOK Bureau Office"/>
                        </a:rPr>
                        <a:t>109 EUR</a:t>
                      </a:r>
                    </a:p>
                  </a:txBody>
                  <a:tcPr anchor="ctr" marL="54000" marR="54000" marT="18000" marB="18000"/>
                </a:tc>
              </a:tr>
              <a:tr h="30857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AOK Bureau Office"/>
                        </a:rPr>
                        <a:t>GESAMT (14 VMs)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FFFFFF"/>
                          </a:solidFill>
                          <a:latin typeface="AOK Bureau Office"/>
                        </a:rPr>
                        <a:t/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FFFFFF"/>
                          </a:solidFill>
                          <a:latin typeface="AOK Bureau Office"/>
                        </a:rPr>
                        <a:t/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FFFFFF"/>
                          </a:solidFill>
                          <a:latin typeface="AOK Bureau Office"/>
                        </a:rPr>
                        <a:t/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AOK Bureau Office"/>
                        </a:rPr>
                        <a:t>1.965 EUR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0000" y="3528000"/>
            <a:ext cx="43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5032"/>
                </a:solidFill>
                <a:latin typeface="AOK Bureau Office"/>
              </a:rPr>
              <a:t>Netzwerk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0000" y="3851999"/>
          <a:ext cx="79200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1440000"/>
                <a:gridCol w="1800000"/>
                <a:gridCol w="1800000"/>
              </a:tblGrid>
              <a:tr h="31500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OK Bureau Office"/>
                        </a:rPr>
                        <a:t>Komponente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OK Bureau Office"/>
                        </a:rPr>
                        <a:t>Anzahl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OK Bureau Office"/>
                        </a:rPr>
                        <a:t>Preis/Monat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OK Bureau Office"/>
                        </a:rPr>
                        <a:t>Gesamt/Monat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Public IP (IPv4)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10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2,92 EUR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00000"/>
                          </a:solidFill>
                          <a:latin typeface="AOK Bureau Office"/>
                        </a:rPr>
                        <a:t>29 EUR</a:t>
                      </a:r>
                    </a:p>
                  </a:txBody>
                  <a:tcPr anchor="ctr" marL="54000" marR="54000" marT="18000" marB="18000"/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App Load Balancer (10k conn)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4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18,92 EUR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00000"/>
                          </a:solidFill>
                          <a:latin typeface="AOK Bureau Office"/>
                        </a:rPr>
                        <a:t>76 EUR</a:t>
                      </a:r>
                    </a:p>
                  </a:txBody>
                  <a:tcPr anchor="ctr" marL="54000" marR="54000" marT="18000" marB="18000"/>
                </a:tc>
              </a:tr>
              <a:tr h="3150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DNS Zone (1000 Records)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2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000000"/>
                          </a:solidFill>
                          <a:latin typeface="AOK Bureau Office"/>
                        </a:rPr>
                        <a:t>3,09 EUR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>
                          <a:solidFill>
                            <a:srgbClr val="000000"/>
                          </a:solidFill>
                          <a:latin typeface="AOK Bureau Office"/>
                        </a:rPr>
                        <a:t>6 EUR</a:t>
                      </a:r>
                    </a:p>
                  </a:txBody>
                  <a:tcPr anchor="ctr" marL="54000" marR="54000" marT="18000" marB="1800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Gesamtkosten-Übersicht (On-Demand)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0000" y="900000"/>
          <a:ext cx="792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1800000"/>
                <a:gridCol w="1800000"/>
                <a:gridCol w="1800000"/>
              </a:tblGrid>
              <a:tr h="36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reau Office"/>
                        </a:rPr>
                        <a:t>Kostenblock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reau Office"/>
                        </a:rPr>
                        <a:t>A: Basis (2/8)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reau Office"/>
                        </a:rPr>
                        <a:t>B: Standard (4/16)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reau Office"/>
                        </a:rPr>
                        <a:t>C: Power (8/32)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OK Bureau Office"/>
                        </a:rPr>
                        <a:t>Compute (4.900 VMs, 220h)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81.718 EUR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163.464 EUR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326.957 EUR</a:t>
                      </a:r>
                    </a:p>
                  </a:txBody>
                  <a:tcPr anchor="ctr" marL="54000" marR="54000" marT="18000" marB="18000"/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Block Storage (7.000 User)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126.000 EUR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126.000 EUR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126.000 EUR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Shared Storage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9.800 EUR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9.800 EUR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9.800 EUR</a:t>
                      </a:r>
                    </a:p>
                  </a:txBody>
                  <a:tcPr anchor="ctr" marL="54000" marR="54000" marT="18000" marB="18000"/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Infrastruktur-Server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1.965 EUR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1.965 EUR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1.965 EUR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Netzwerk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111 EUR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111 EUR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0">
                          <a:solidFill>
                            <a:srgbClr val="000000"/>
                          </a:solidFill>
                          <a:latin typeface="AOK Bureau Office"/>
                        </a:rPr>
                        <a:t>111 EUR</a:t>
                      </a:r>
                    </a:p>
                  </a:txBody>
                  <a:tcPr anchor="ctr" marL="54000" marR="54000" marT="18000" marB="18000"/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OK Bureau Office"/>
                        </a:rPr>
                        <a:t>MONATLICH GESAMT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OK Bureau Office"/>
                        </a:rPr>
                        <a:t>~219.594 EUR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OK Bureau Office"/>
                        </a:rPr>
                        <a:t>~301.340 EUR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OK Bureau Office"/>
                        </a:rPr>
                        <a:t>~464.833 EUR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OK Bureau Office"/>
                        </a:rPr>
                        <a:t>PRO USER / MONAT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OK Bureau Office"/>
                        </a:rPr>
                        <a:t>~31,37 EUR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OK Bureau Office"/>
                        </a:rPr>
                        <a:t>~43,05 EUR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AOK Bureau Office"/>
                        </a:rPr>
                        <a:t>~66,40 EUR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0000" y="396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  <a:latin typeface="AOK Bureau Office"/>
              </a:rPr>
              <a:t>Alle Preise netto zzgl. MwSt. | STACKIT Preisliste v1.0.36 | Mengenrabatte nicht berücksichtigt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Kosten pro User / Monat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80000" y="1080000"/>
          <a:ext cx="648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1980000"/>
                <a:gridCol w="1980000"/>
              </a:tblGrid>
              <a:tr h="45000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OK Bureau Office"/>
                        </a:rPr>
                        <a:t>Szenario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OK Bureau Office"/>
                        </a:rPr>
                        <a:t>24/7 Betrieb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OK Bureau Office"/>
                        </a:rPr>
                        <a:t>On-Demand (220h)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OK Bureau Office"/>
                        </a:rPr>
                        <a:t>A: Basis (2 vCPU / 8 GB)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08080"/>
                          </a:solidFill>
                          <a:latin typeface="AOK Bureau Office"/>
                        </a:rPr>
                        <a:t>~58 EUR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5032"/>
                          </a:solidFill>
                          <a:latin typeface="AOK Bureau Office"/>
                        </a:rPr>
                        <a:t>~31 EUR</a:t>
                      </a:r>
                    </a:p>
                  </a:txBody>
                  <a:tcPr anchor="ctr" marL="54000" marR="54000" marT="18000" marB="18000">
                    <a:solidFill>
                      <a:srgbClr val="E8F5E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OK Bureau Office"/>
                        </a:rPr>
                        <a:t>B: Standard (4 vCPU / 16 GB)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08080"/>
                          </a:solidFill>
                          <a:latin typeface="AOK Bureau Office"/>
                        </a:rPr>
                        <a:t>~97 EUR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5032"/>
                          </a:solidFill>
                          <a:latin typeface="AOK Bureau Office"/>
                        </a:rPr>
                        <a:t>~43 EUR</a:t>
                      </a:r>
                    </a:p>
                  </a:txBody>
                  <a:tcPr anchor="ctr" marL="54000" marR="54000" marT="18000" marB="18000">
                    <a:solidFill>
                      <a:srgbClr val="E8F5E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AOK Bureau Office"/>
                        </a:rPr>
                        <a:t>C: Power (8 vCPU / 32 GB)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808080"/>
                          </a:solidFill>
                          <a:latin typeface="AOK Bureau Office"/>
                        </a:rPr>
                        <a:t>~185 EUR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05032"/>
                          </a:solidFill>
                          <a:latin typeface="AOK Bureau Office"/>
                        </a:rPr>
                        <a:t>~66 EUR</a:t>
                      </a:r>
                    </a:p>
                  </a:txBody>
                  <a:tcPr anchor="ctr" marL="54000" marR="54000" marT="18000" marB="18000"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80000" y="306000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5032"/>
                </a:solidFill>
                <a:latin typeface="AOK Bureau Office"/>
              </a:rPr>
              <a:t>On-Demand spart ca. 69% gegenüber 24/7 Betrieb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3600000"/>
            <a:ext cx="648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AOK Bureau Office"/>
              </a:rPr>
              <a:t>Jahreskosten (On-Demand):
A: ~2,64 Mio. EUR  |  B: ~3,62 Mio. EUR  |  C: ~5,58 Mio. EUR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Vergleich: Citrix on-premise vs. STACKIT Linux VDI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20000" y="900000"/>
          <a:ext cx="7200000" cy="30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2340000"/>
                <a:gridCol w="2340000"/>
              </a:tblGrid>
              <a:tr h="3825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reau Office"/>
                        </a:rPr>
                        <a:t>Kostenposten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reau Office"/>
                        </a:rPr>
                        <a:t>Citrix (typisch)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reau Office"/>
                        </a:rPr>
                        <a:t>STACKIT Linux VDI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</a:tr>
              <a:tr h="3825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OK Bureau Office"/>
                        </a:rPr>
                        <a:t>Citrix-Lizenzen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00000"/>
                          </a:solidFill>
                          <a:latin typeface="AOK Bureau Office"/>
                        </a:rPr>
                        <a:t>15-25 EUR/User/Mon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B050"/>
                          </a:solidFill>
                          <a:latin typeface="AOK Bureau Office"/>
                        </a:rPr>
                        <a:t>0 EUR (Open Source VDI)</a:t>
                      </a:r>
                    </a:p>
                  </a:txBody>
                  <a:tcPr anchor="ctr" marL="54000" marR="54000" marT="18000" marB="18000"/>
                </a:tc>
              </a:tr>
              <a:tr h="3825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OK Bureau Office"/>
                        </a:rPr>
                        <a:t>Windows-Lizenzen (VDA)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00000"/>
                          </a:solidFill>
                          <a:latin typeface="AOK Bureau Office"/>
                        </a:rPr>
                        <a:t>7-12 EUR/User/Mon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B050"/>
                          </a:solidFill>
                          <a:latin typeface="AOK Bureau Office"/>
                        </a:rPr>
                        <a:t>0 EUR (Linux Mint)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</a:tr>
              <a:tr h="3825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OK Bureau Office"/>
                        </a:rPr>
                        <a:t>MS Office-Lizenzen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00000"/>
                          </a:solidFill>
                          <a:latin typeface="AOK Bureau Office"/>
                        </a:rPr>
                        <a:t>10-15 EUR/User/Mon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B050"/>
                          </a:solidFill>
                          <a:latin typeface="AOK Bureau Office"/>
                        </a:rPr>
                        <a:t>0 EUR (openDesk/Collabora)</a:t>
                      </a:r>
                    </a:p>
                  </a:txBody>
                  <a:tcPr anchor="ctr" marL="54000" marR="54000" marT="18000" marB="18000"/>
                </a:tc>
              </a:tr>
              <a:tr h="3825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OK Bureau Office"/>
                        </a:rPr>
                        <a:t>Hardware / Datacenter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00000"/>
                          </a:solidFill>
                          <a:latin typeface="AOK Bureau Office"/>
                        </a:rPr>
                        <a:t>15-30 EUR/User/Mon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B050"/>
                          </a:solidFill>
                          <a:latin typeface="AOK Bureau Office"/>
                        </a:rPr>
                        <a:t>In Compute enthalten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</a:tr>
              <a:tr h="3825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OK Bureau Office"/>
                        </a:rPr>
                        <a:t>Compute + Storage (Cloud)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00000"/>
                          </a:solidFill>
                          <a:latin typeface="AOK Bureau Office"/>
                        </a:rPr>
                        <a:t>n/a</a:t>
                      </a:r>
                    </a:p>
                  </a:txBody>
                  <a:tcPr anchor="ctr" marL="54000" marR="54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B050"/>
                          </a:solidFill>
                          <a:latin typeface="AOK Bureau Office"/>
                        </a:rPr>
                        <a:t>31-66 EUR/User/Mon</a:t>
                      </a:r>
                    </a:p>
                  </a:txBody>
                  <a:tcPr anchor="ctr" marL="54000" marR="54000" marT="18000" marB="18000"/>
                </a:tc>
              </a:tr>
              <a:tr h="3825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00000"/>
                          </a:solidFill>
                          <a:latin typeface="AOK Bureau Office"/>
                        </a:rPr>
                        <a:t>Netzwerk + Infra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C00000"/>
                          </a:solidFill>
                          <a:latin typeface="AOK Bureau Office"/>
                        </a:rPr>
                        <a:t>~3-5 EUR/User/Mon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B050"/>
                          </a:solidFill>
                          <a:latin typeface="AOK Bureau Office"/>
                        </a:rPr>
                        <a:t>~0,30 EUR/User/Mon</a:t>
                      </a:r>
                    </a:p>
                  </a:txBody>
                  <a:tcPr anchor="ctr" marL="54000" marR="54000" marT="18000" marB="18000">
                    <a:solidFill>
                      <a:srgbClr val="F0F8F0"/>
                    </a:solidFill>
                  </a:tcPr>
                </a:tc>
              </a:tr>
              <a:tr h="3825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AOK Bureau Office"/>
                        </a:rPr>
                        <a:t>GESCHÄTZT GESAMT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reau Office"/>
                        </a:rPr>
                        <a:t>~50-80 EUR/User/Mon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OK Bureau Office"/>
                        </a:rPr>
                        <a:t>~31-66 EUR/User/Mon</a:t>
                      </a:r>
                    </a:p>
                  </a:txBody>
                  <a:tcPr anchor="ctr" marL="54000" marR="54000" marT="18000" marB="18000">
                    <a:solidFill>
                      <a:srgbClr val="00503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20000" y="414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5032"/>
                </a:solidFill>
                <a:latin typeface="AOK Bureau Office"/>
              </a:rPr>
              <a:t>STACKIT + Linux + openDesk: bis zu 50-60% günstiger als Citrix on-premise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pPr>
              <a:spcAft>
                <a:spcPts val="200"/>
              </a:spcAft>
            </a:pPr>
            <a:r>
              <a:rPr sz="1600" b="1"/>
              <a:t>Empfohlenes Szenario: B (Standard, 4 vCPU / 16 GB)</a:t>
            </a:r>
          </a:p>
          <a:p>
            <a:pPr>
              <a:spcAft>
                <a:spcPts val="200"/>
              </a:spcAft>
            </a:pPr>
            <a:r>
              <a:rPr sz="800" b="0"/>
              <a:t/>
            </a:r>
          </a:p>
          <a:p>
            <a:pPr>
              <a:spcAft>
                <a:spcPts val="200"/>
              </a:spcAft>
            </a:pPr>
            <a:r>
              <a:rPr sz="1400" b="1"/>
              <a:t>Kostenvorteil:</a:t>
            </a:r>
          </a:p>
          <a:p>
            <a:pPr>
              <a:spcAft>
                <a:spcPts val="200"/>
              </a:spcAft>
            </a:pPr>
            <a:r>
              <a:rPr sz="1300" b="0"/>
              <a:t>  ~43 EUR/User/Monat vs. 50-80 EUR bei Citrix</a:t>
            </a:r>
          </a:p>
          <a:p>
            <a:pPr>
              <a:spcAft>
                <a:spcPts val="200"/>
              </a:spcAft>
            </a:pPr>
            <a:r>
              <a:rPr sz="1300" b="0"/>
              <a:t>  Keine Lizenzkosten für OS, Office oder VDI-Broker</a:t>
            </a:r>
          </a:p>
          <a:p>
            <a:pPr>
              <a:spcAft>
                <a:spcPts val="200"/>
              </a:spcAft>
            </a:pPr>
            <a:r>
              <a:rPr sz="1300" b="0"/>
              <a:t>  On-Demand Betrieb spart zusätzlich 69%</a:t>
            </a:r>
          </a:p>
          <a:p>
            <a:pPr>
              <a:spcAft>
                <a:spcPts val="200"/>
              </a:spcAft>
            </a:pPr>
            <a:r>
              <a:rPr sz="800" b="0"/>
              <a:t/>
            </a:r>
          </a:p>
          <a:p>
            <a:pPr>
              <a:spcAft>
                <a:spcPts val="200"/>
              </a:spcAft>
            </a:pPr>
            <a:r>
              <a:rPr sz="1400" b="1"/>
              <a:t>Nächste Schritte:</a:t>
            </a:r>
          </a:p>
          <a:p>
            <a:pPr>
              <a:spcAft>
                <a:spcPts val="200"/>
              </a:spcAft>
            </a:pPr>
            <a:r>
              <a:rPr sz="1300" b="0"/>
              <a:t>  1. PoC mit 50 Usern auf STACKIT aufsetzen</a:t>
            </a:r>
          </a:p>
          <a:p>
            <a:pPr>
              <a:spcAft>
                <a:spcPts val="200"/>
              </a:spcAft>
            </a:pPr>
            <a:r>
              <a:rPr sz="1300" b="0"/>
              <a:t>  2. Mengenrabatte mit STACKIT verhandeln</a:t>
            </a:r>
          </a:p>
          <a:p>
            <a:pPr>
              <a:spcAft>
                <a:spcPts val="200"/>
              </a:spcAft>
            </a:pPr>
            <a:r>
              <a:rPr sz="1300" b="0"/>
              <a:t>  3. openDesk-Kompatibilität validieren</a:t>
            </a:r>
          </a:p>
          <a:p>
            <a:pPr>
              <a:spcAft>
                <a:spcPts val="200"/>
              </a:spcAft>
            </a:pPr>
            <a:r>
              <a:rPr sz="1300" b="0"/>
              <a:t>  4. Migrationspfad von Citrix definieren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/>
              <a:t>Fazit &amp; Empfehlung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200" b="1"/>
              <a:t>Nicht in dieser Kalkulation enthalten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00000" y="1080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OK Bureau Office"/>
              </a:rPr>
              <a:t>   VDI-Broker-Software (z.B. Apache Guacamole = kostenlos)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1476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OK Bureau Office"/>
              </a:rPr>
              <a:t>   openDesk-Betriebskosten (Personal, Wartung)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1872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OK Bureau Office"/>
              </a:rPr>
              <a:t>   Bandbreite / Egress-Traffic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268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OK Bureau Office"/>
              </a:rPr>
              <a:t>   Backup-Kosten (ca. 0,03 EUR/GB/Monat)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2664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OK Bureau Office"/>
              </a:rPr>
              <a:t>   Projektkosten (Migration, Setup, Schulung)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3060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OK Bureau Office"/>
              </a:rPr>
              <a:t>   Support-Vertrag STACKIT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456000"/>
            <a:ext cx="72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  <a:latin typeface="AOK Bureau Office"/>
              </a:rPr>
              <a:t>   Mengenrabatte (bei 7.000 Usern verhandelbar!)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432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808080"/>
                </a:solidFill>
                <a:latin typeface="AOK Bureau Office"/>
              </a:rPr>
              <a:t>Quelle: STACKIT Preisliste v1.0.36 (Stand 03.03.2026) | Alle Preise netto zzgl. MwSt.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OK PPT Template 2021">
  <a:themeElements>
    <a:clrScheme name="Benutzerdefiniert 8">
      <a:dk1>
        <a:srgbClr val="000000"/>
      </a:dk1>
      <a:lt1>
        <a:srgbClr val="FFFFFF"/>
      </a:lt1>
      <a:dk2>
        <a:srgbClr val="17AB41"/>
      </a:dk2>
      <a:lt2>
        <a:srgbClr val="005E3F"/>
      </a:lt2>
      <a:accent1>
        <a:srgbClr val="005E3F"/>
      </a:accent1>
      <a:accent2>
        <a:srgbClr val="17AB41"/>
      </a:accent2>
      <a:accent3>
        <a:srgbClr val="60D26D"/>
      </a:accent3>
      <a:accent4>
        <a:srgbClr val="07983E"/>
      </a:accent4>
      <a:accent5>
        <a:srgbClr val="35BF50"/>
      </a:accent5>
      <a:accent6>
        <a:srgbClr val="98E692"/>
      </a:accent6>
      <a:hlink>
        <a:srgbClr val="005E3F"/>
      </a:hlink>
      <a:folHlink>
        <a:srgbClr val="18AB42"/>
      </a:folHlink>
    </a:clrScheme>
    <a:fontScheme name="AOK">
      <a:majorFont>
        <a:latin typeface="AOK Buenos Aires SemiBold"/>
        <a:ea typeface=""/>
        <a:cs typeface=""/>
      </a:majorFont>
      <a:minorFont>
        <a:latin typeface="AOK Buenos Air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ot="0" spcFirstLastPara="0" vertOverflow="overflow" horzOverflow="overflow" vert="horz" wrap="square" lIns="108000" tIns="72000" rIns="108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dirty="0" smtClean="0"/>
        </a:defPPr>
      </a:lstStyle>
    </a:txDef>
  </a:objectDefaults>
  <a:extraClrSchemeLst/>
  <a:custClrLst>
    <a:custClr name="AOK Hellgrün">
      <a:srgbClr val="50EB5D"/>
    </a:custClr>
    <a:custClr name="Grau 8">
      <a:srgbClr val="40484D"/>
    </a:custClr>
    <a:custClr name="Grau 6">
      <a:srgbClr val="6D767C"/>
    </a:custClr>
    <a:custClr name="Akzentgelb">
      <a:srgbClr val="FFF133"/>
    </a:custClr>
    <a:custClr name="Akzentblau">
      <a:srgbClr val="83EAF2"/>
    </a:custClr>
    <a:custClr name="Interaktivgrün">
      <a:srgbClr val="91F54A"/>
    </a:custClr>
    <a:custClr name="Pastellgrün">
      <a:srgbClr val="EBFAE8"/>
    </a:custClr>
    <a:custClr name="Pastellblau">
      <a:srgbClr val="E8F4F2"/>
    </a:custClr>
    <a:custClr name="Sand">
      <a:srgbClr val="F8F5E3"/>
    </a:custClr>
    <a:custClr name="Fehler">
      <a:srgbClr val="EB0047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Weiß">
      <a:srgbClr val="FFFFFF"/>
    </a:custClr>
    <a:custClr name="Grün 8">
      <a:srgbClr val="005E3F"/>
    </a:custClr>
    <a:custClr name="Grün 4">
      <a:srgbClr val="18AB42"/>
    </a:custClr>
    <a:custClr name="Gelb">
      <a:srgbClr val="F5D954"/>
    </a:custClr>
    <a:custClr name="Hellblau Schatten">
      <a:srgbClr val="52B0BF"/>
    </a:custClr>
    <a:custClr name="Indigo Schatten">
      <a:srgbClr val="0F3580"/>
    </a:custClr>
    <a:custClr name="Violett">
      <a:srgbClr val="8263B0"/>
    </a:custClr>
    <a:custClr name="Orange">
      <a:srgbClr val="FA8C4A"/>
    </a:custClr>
    <a:custClr name="Violett Schatten">
      <a:srgbClr val="613385"/>
    </a:custClr>
    <a:custClr name="Rot">
      <a:srgbClr val="FA545E"/>
    </a:custClr>
    <a:custClr name="Indigo">
      <a:srgbClr val="526FB0"/>
    </a:custClr>
    <a:custClr name="Limette">
      <a:srgbClr val="B8D94A"/>
    </a:custClr>
    <a:custClr name="Rot Schatten">
      <a:srgbClr val="C40D38"/>
    </a:custClr>
    <a:custClr name="Hellblau">
      <a:srgbClr val="94D4DB"/>
    </a:custClr>
    <a:custClr name="Orange Schatten">
      <a:srgbClr val="CC591F"/>
    </a:custClr>
    <a:custClr name="Limette Schatten">
      <a:srgbClr val="8FB824"/>
    </a:custClr>
  </a:custClrLst>
  <a:extLst>
    <a:ext uri="{05A4C25C-085E-4340-85A3-A5531E510DB2}">
      <thm15:themeFamily xmlns:thm15="http://schemas.microsoft.com/office/thememl/2012/main" name="AOK PPT Template 2021.potx" id="{53A47877-4910-4CEB-8438-E8EAB89D73EF}" vid="{5C28F9ED-0190-451F-BB6E-5FCA89006964}"/>
    </a:ext>
  </a:extLst>
</a:theme>
</file>

<file path=ppt/theme/theme2.xml><?xml version="1.0" encoding="utf-8"?>
<a:theme xmlns:a="http://schemas.openxmlformats.org/drawingml/2006/main" name="Office">
  <a:themeElements>
    <a:clrScheme name="AOK">
      <a:dk1>
        <a:srgbClr val="000000"/>
      </a:dk1>
      <a:lt1>
        <a:srgbClr val="FFFFFF"/>
      </a:lt1>
      <a:dk2>
        <a:srgbClr val="50EB5D"/>
      </a:dk2>
      <a:lt2>
        <a:srgbClr val="005E3F"/>
      </a:lt2>
      <a:accent1>
        <a:srgbClr val="18AB42"/>
      </a:accent1>
      <a:accent2>
        <a:srgbClr val="FFF133"/>
      </a:accent2>
      <a:accent3>
        <a:srgbClr val="84E2F5"/>
      </a:accent3>
      <a:accent4>
        <a:srgbClr val="91F54A"/>
      </a:accent4>
      <a:accent5>
        <a:srgbClr val="FFFFFF"/>
      </a:accent5>
      <a:accent6>
        <a:srgbClr val="FFFFFF"/>
      </a:accent6>
      <a:hlink>
        <a:srgbClr val="0563C1"/>
      </a:hlink>
      <a:folHlink>
        <a:srgbClr val="954F72"/>
      </a:folHlink>
    </a:clrScheme>
    <a:fontScheme name="AOK">
      <a:majorFont>
        <a:latin typeface="AOK Buenos Aires SemiBold"/>
        <a:ea typeface=""/>
        <a:cs typeface=""/>
      </a:majorFont>
      <a:minorFont>
        <a:latin typeface="AOK Buenos Air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AOK">
      <a:dk1>
        <a:srgbClr val="000000"/>
      </a:dk1>
      <a:lt1>
        <a:srgbClr val="FFFFFF"/>
      </a:lt1>
      <a:dk2>
        <a:srgbClr val="18AB42"/>
      </a:dk2>
      <a:lt2>
        <a:srgbClr val="005E3F"/>
      </a:lt2>
      <a:accent1>
        <a:srgbClr val="005E3F"/>
      </a:accent1>
      <a:accent2>
        <a:srgbClr val="028440"/>
      </a:accent2>
      <a:accent3>
        <a:srgbClr val="17AB41"/>
      </a:accent3>
      <a:accent4>
        <a:srgbClr val="35BF50"/>
      </a:accent4>
      <a:accent5>
        <a:srgbClr val="60D26D"/>
      </a:accent5>
      <a:accent6>
        <a:srgbClr val="98E692"/>
      </a:accent6>
      <a:hlink>
        <a:srgbClr val="005E3F"/>
      </a:hlink>
      <a:folHlink>
        <a:srgbClr val="18AB42"/>
      </a:folHlink>
    </a:clrScheme>
    <a:fontScheme name="AOK">
      <a:majorFont>
        <a:latin typeface="AOK Buenos Aires SemiBold"/>
        <a:ea typeface=""/>
        <a:cs typeface=""/>
      </a:majorFont>
      <a:minorFont>
        <a:latin typeface="AOK Buenos Air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AOK NDS Dokument" ma:contentTypeID="0x0101008A8784F62BDC429FA6AF2FDBAEC39A11009A33215E06E36F4C894E2822C2D58A1C" ma:contentTypeVersion="19" ma:contentTypeDescription="AOK NDS Dokument" ma:contentTypeScope="" ma:versionID="6a078080ef790e64dc5ce66faea93810">
  <xsd:schema xmlns:xsd="http://www.w3.org/2001/XMLSchema" xmlns:xs="http://www.w3.org/2001/XMLSchema" xmlns:p="http://schemas.microsoft.com/office/2006/metadata/properties" xmlns:ns2="http://schemas.microsoft.com/sharepoint/v4/fields" xmlns:ns3="0daa1036-ae84-48ac-98bb-3d5c2cf0c434" xmlns:ns4="0545d6a5-1a94-4b4f-9fcb-b225220a1ce3" targetNamespace="http://schemas.microsoft.com/office/2006/metadata/properties" ma:root="true" ma:fieldsID="4bd0a77306b4636892e839a0a2c6be50" ns2:_="" ns3:_="" ns4:_="">
    <xsd:import namespace="http://schemas.microsoft.com/sharepoint/v4/fields"/>
    <xsd:import namespace="0daa1036-ae84-48ac-98bb-3d5c2cf0c434"/>
    <xsd:import namespace="0545d6a5-1a94-4b4f-9fcb-b225220a1ce3"/>
    <xsd:element name="properties">
      <xsd:complexType>
        <xsd:sequence>
          <xsd:element name="documentManagement">
            <xsd:complexType>
              <xsd:all>
                <xsd:element ref="ns2:triExpires"/>
                <xsd:element ref="ns3:triDocumentTypTaxHTField0" minOccurs="0"/>
                <xsd:element ref="ns3:triDocumentClassTaxHTField0" minOccurs="0"/>
                <xsd:element ref="ns3:triResponsListMitarbeiter" minOccurs="0"/>
                <xsd:element ref="ns4:TaxKeywordTaxHTField" minOccurs="0"/>
                <xsd:element ref="ns4:TaxCatchAll" minOccurs="0"/>
                <xsd:element ref="ns4:TaxCatchAllLabel" minOccurs="0"/>
                <xsd:element ref="ns3:triThemesTaxHTField0" minOccurs="0"/>
                <xsd:element ref="ns3:triServicesTaxHTField0" minOccurs="0"/>
                <xsd:element ref="ns3:triOrgUnitsTaxHTField0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/fields" elementFormDefault="qualified">
    <xsd:import namespace="http://schemas.microsoft.com/office/2006/documentManagement/types"/>
    <xsd:import namespace="http://schemas.microsoft.com/office/infopath/2007/PartnerControls"/>
    <xsd:element name="triExpires" ma:index="8" ma:displayName="Gültig bis" ma:description="Datum, zu dem dieser Artikel dem Ersteller zur Prüfung zugesandt wird." ma:format="DateOnly" ma:internalName="triExpires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aa1036-ae84-48ac-98bb-3d5c2cf0c434" elementFormDefault="qualified">
    <xsd:import namespace="http://schemas.microsoft.com/office/2006/documentManagement/types"/>
    <xsd:import namespace="http://schemas.microsoft.com/office/infopath/2007/PartnerControls"/>
    <xsd:element name="triDocumentTypTaxHTField0" ma:index="10" ma:taxonomy="true" ma:internalName="triDocumentTypTaxHTField0" ma:taxonomyFieldName="triDocumentTyp" ma:displayName="Dokumentenart" ma:readOnly="false" ma:default="" ma:fieldId="{c81e9642-db41-4301-8bae-354ca48a7cf2}" ma:sspId="b3ea3c48-0d2d-495f-9df1-33170700d319" ma:termSetId="31422e1a-1a0b-44dc-a885-808c2b0294f4" ma:anchorId="44c4774c-34ad-43e9-84d1-5bc2319b6e84" ma:open="false" ma:isKeyword="false">
      <xsd:complexType>
        <xsd:sequence>
          <xsd:element ref="pc:Terms" minOccurs="0" maxOccurs="1"/>
        </xsd:sequence>
      </xsd:complexType>
    </xsd:element>
    <xsd:element name="triDocumentClassTaxHTField0" ma:index="12" nillable="true" ma:taxonomy="true" ma:internalName="triDocumentClassTaxHTField0" ma:taxonomyFieldName="triDocumentClass" ma:displayName="Dokumentenklasse" ma:fieldId="{7e7c83a9-62d1-484b-8800-ffd2b71eba26}" ma:sspId="b3ea3c48-0d2d-495f-9df1-33170700d319" ma:termSetId="b288869c-3b53-4f55-96db-db5a28ced838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riResponsListMitarbeiter" ma:index="13" nillable="true" ma:displayName="Ansprechpartner" ma:description="" ma:internalName="triResponsListMitarbeiter" ma:readOnly="false" ma:showField="Titl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triThemesTaxHTField0" ma:index="21" ma:taxonomy="true" ma:internalName="triThemesTaxHTField0" ma:taxonomyFieldName="triThemes" ma:displayName="Themen" ma:readOnly="false" ma:fieldId="{abc9bfb6-9a48-4137-a12a-8093da2ffe49}" ma:taxonomyMulti="true" ma:sspId="b3ea3c48-0d2d-495f-9df1-33170700d319" ma:termSetId="6276b3a1-0eda-49e7-9ce5-e239f53c793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riServicesTaxHTField0" ma:index="22" nillable="true" ma:taxonomy="true" ma:internalName="triServicesTaxHTField0" ma:taxonomyFieldName="triServices" ma:displayName="Anwendungen &amp; Tools" ma:fieldId="{4b29b0d2-ba08-4518-80f8-27ba97d69ec3}" ma:taxonomyMulti="true" ma:sspId="b3ea3c48-0d2d-495f-9df1-33170700d319" ma:termSetId="bfedb8a0-f167-4d33-9d0b-32f24b046c8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riOrgUnitsTaxHTField0" ma:index="23" nillable="true" ma:taxonomy="true" ma:internalName="triOrgUnitsTaxHTField0" ma:taxonomyFieldName="triOrgUnits" ma:displayName="Organisationseinheiten" ma:fieldId="{ed58d200-abfd-4d44-941e-63b1799aac0d}" ma:taxonomyMulti="true" ma:sspId="b3ea3c48-0d2d-495f-9df1-33170700d319" ma:termSetId="c6b350f1-6206-471e-9868-db64584d4bec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45d6a5-1a94-4b4f-9fcb-b225220a1ce3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17" nillable="true" ma:taxonomy="true" ma:internalName="TaxKeywordTaxHTField" ma:taxonomyFieldName="TaxKeyword" ma:displayName="Unternehmensstichwörter" ma:fieldId="{23f27201-bee3-471e-b2e7-b64fd8b7ca38}" ma:taxonomyMulti="true" ma:sspId="b3ea3c48-0d2d-495f-9df1-33170700d319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TaxCatchAll" ma:index="18" nillable="true" ma:displayName="Taxonomiespalte &quot;Alle abfangen&quot;" ma:description="" ma:hidden="true" ma:list="{47161054-9c51-424c-a7d6-9b5cb67c5732}" ma:internalName="TaxCatchAll" ma:showField="CatchAllData" ma:web="0545d6a5-1a94-4b4f-9fcb-b225220a1c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9" nillable="true" ma:displayName="Taxonomiespalte &quot;Alle abfangen&quot;1" ma:description="" ma:hidden="true" ma:list="{47161054-9c51-424c-a7d6-9b5cb67c5732}" ma:internalName="TaxCatchAllLabel" ma:readOnly="true" ma:showField="CatchAllDataLabel" ma:web="0545d6a5-1a94-4b4f-9fcb-b225220a1c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riDocumentTypTaxHTField0 xmlns="0daa1036-ae84-48ac-98bb-3d5c2cf0c434">
      <Terms xmlns="http://schemas.microsoft.com/office/infopath/2007/PartnerControls">
        <TermInfo xmlns="http://schemas.microsoft.com/office/infopath/2007/PartnerControls">
          <TermName xmlns="http://schemas.microsoft.com/office/infopath/2007/PartnerControls">Office-Vorlage</TermName>
          <TermId xmlns="http://schemas.microsoft.com/office/infopath/2007/PartnerControls">d1377ae8-aac1-4456-ab99-9a9824dd1c70</TermId>
        </TermInfo>
      </Terms>
    </triDocumentTypTaxHTField0>
    <triOrgUnitsTaxHTField0 xmlns="0daa1036-ae84-48ac-98bb-3d5c2cf0c434">
      <Terms xmlns="http://schemas.microsoft.com/office/infopath/2007/PartnerControls"/>
    </triOrgUnitsTaxHTField0>
    <triResponsListMitarbeiter xmlns="0daa1036-ae84-48ac-98bb-3d5c2cf0c434">
      <UserInfo>
        <DisplayName/>
        <AccountId xsi:nil="true"/>
        <AccountType/>
      </UserInfo>
    </triResponsListMitarbeiter>
    <triDocumentClassTaxHTField0 xmlns="0daa1036-ae84-48ac-98bb-3d5c2cf0c434">
      <Terms xmlns="http://schemas.microsoft.com/office/infopath/2007/PartnerControls"/>
    </triDocumentClassTaxHTField0>
    <triServicesTaxHTField0 xmlns="0daa1036-ae84-48ac-98bb-3d5c2cf0c434">
      <Terms xmlns="http://schemas.microsoft.com/office/infopath/2007/PartnerControls">
        <TermInfo xmlns="http://schemas.microsoft.com/office/infopath/2007/PartnerControls">
          <TermName xmlns="http://schemas.microsoft.com/office/infopath/2007/PartnerControls">PowerPoint</TermName>
          <TermId xmlns="http://schemas.microsoft.com/office/infopath/2007/PartnerControls">a3e71988-a03c-4ea5-b00d-ad0365fa6dd3</TermId>
        </TermInfo>
      </Terms>
    </triServicesTaxHTField0>
    <TaxCatchAll xmlns="0545d6a5-1a94-4b4f-9fcb-b225220a1ce3">
      <Value>4</Value>
      <Value>837</Value>
      <Value>1351</Value>
    </TaxCatchAll>
    <triThemesTaxHTField0 xmlns="0daa1036-ae84-48ac-98bb-3d5c2cf0c434">
      <Terms xmlns="http://schemas.microsoft.com/office/infopath/2007/PartnerControls">
        <TermInfo xmlns="http://schemas.microsoft.com/office/infopath/2007/PartnerControls">
          <TermName xmlns="http://schemas.microsoft.com/office/infopath/2007/PartnerControls">AOK-intern</TermName>
          <TermId xmlns="http://schemas.microsoft.com/office/infopath/2007/PartnerControls">cfe28683-99c9-4ddf-9db1-cb137adb25fd</TermId>
        </TermInfo>
      </Terms>
    </triThemesTaxHTField0>
    <triExpires xmlns="http://schemas.microsoft.com/sharepoint/v4/fields">2023-07-11T22:00:00+00:00</triExpires>
    <TaxKeywordTaxHTField xmlns="0545d6a5-1a94-4b4f-9fcb-b225220a1ce3">
      <Terms xmlns="http://schemas.microsoft.com/office/infopath/2007/PartnerControls"/>
    </TaxKeywordTaxHTField>
  </documentManagement>
</p:properties>
</file>

<file path=customXml/itemProps1.xml><?xml version="1.0" encoding="utf-8"?>
<ds:datastoreItem xmlns:ds="http://schemas.openxmlformats.org/officeDocument/2006/customXml" ds:itemID="{C203E196-4C15-4B6B-9EBB-D7CE5E4371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/fields"/>
    <ds:schemaRef ds:uri="0daa1036-ae84-48ac-98bb-3d5c2cf0c434"/>
    <ds:schemaRef ds:uri="0545d6a5-1a94-4b4f-9fcb-b225220a1c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853F19-DB18-4EA7-87B8-CCD65615E61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54A09C-5453-40F6-B2BE-0D6BF671E6A2}">
  <ds:schemaRefs>
    <ds:schemaRef ds:uri="http://purl.org/dc/terms/"/>
    <ds:schemaRef ds:uri="http://schemas.openxmlformats.org/package/2006/metadata/core-properties"/>
    <ds:schemaRef ds:uri="0545d6a5-1a94-4b4f-9fcb-b225220a1ce3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0daa1036-ae84-48ac-98bb-3d5c2cf0c434"/>
    <ds:schemaRef ds:uri="http://schemas.microsoft.com/sharepoint/v4/field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AOK PPT Master (1)</Template>
  <TotalTime>0</TotalTime>
  <Words>0</Words>
  <Application>Microsoft Office PowerPoint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AOK Buenos Aires</vt:lpstr>
      <vt:lpstr>AOK Buenos Aires SemiBold</vt:lpstr>
      <vt:lpstr>AOK PPT Template 2021</vt:lpstr>
      <vt:lpstr>PowerPoint-Präsentation</vt:lpstr>
    </vt:vector>
  </TitlesOfParts>
  <Company>ARGE Rechenzentrum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Seyfi, Jasmin</dc:creator>
  <cp:keywords/>
  <cp:lastModifiedBy>Schünke, Janik</cp:lastModifiedBy>
  <cp:revision>7</cp:revision>
  <dcterms:created xsi:type="dcterms:W3CDTF">2021-07-12T11:56:06Z</dcterms:created>
  <dcterms:modified xsi:type="dcterms:W3CDTF">2025-08-06T21:50:31Z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0x0101008A8784F62BDC429FA6AF2FDBAEC39A11009A33215E06E36F4C894E2822C2D58A1C</vt:lpwstr>
  </property>
  <property fmtid="{D5CDD505-2E9C-101B-9397-08002B2CF9AE}" pid="3" name="triThemes">
    <vt:lpwstr>4;#AOK-intern|cfe28683-99c9-4ddf-9db1-cb137adb25fd</vt:lpwstr>
  </property>
  <property fmtid="{D5CDD505-2E9C-101B-9397-08002B2CF9AE}" pid="4" name="triServices">
    <vt:lpwstr>837;#PowerPoint|a3e71988-a03c-4ea5-b00d-ad0365fa6dd3</vt:lpwstr>
  </property>
  <property fmtid="{D5CDD505-2E9C-101B-9397-08002B2CF9AE}" pid="5" name="TaxKeyword">
    <vt:lpwstr/>
  </property>
  <property fmtid="{D5CDD505-2E9C-101B-9397-08002B2CF9AE}" pid="6" name="triDocumentClass">
    <vt:lpwstr/>
  </property>
  <property fmtid="{D5CDD505-2E9C-101B-9397-08002B2CF9AE}" pid="7" name="triOrgUnits">
    <vt:lpwstr/>
  </property>
  <property fmtid="{D5CDD505-2E9C-101B-9397-08002B2CF9AE}" pid="8" name="triDocumentTyp">
    <vt:lpwstr>1351;#Office-Vorlage|d1377ae8-aac1-4456-ab99-9a9824dd1c70</vt:lpwstr>
  </property>
</Properties>
</file>